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4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03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7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52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62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84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1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81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9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21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366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0470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637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29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62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505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71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CB850-322E-4284-9D97-0FAEA5A0E39B}" type="datetimeFigureOut">
              <a:rPr lang="ko-KR" altLang="en-US" smtClean="0"/>
              <a:t>2022-08-11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9DA23-7CB4-4CB1-A6E0-C1F872245E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124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36AC1-BF6F-A57A-B425-673E7545A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3DMI </a:t>
            </a:r>
            <a:r>
              <a:rPr lang="ko-KR" altLang="en-US" dirty="0"/>
              <a:t>개발 </a:t>
            </a:r>
            <a:r>
              <a:rPr lang="en-US" altLang="ko-KR" dirty="0"/>
              <a:t>Spec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282DB7-C345-528C-C315-C00018AB6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61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FE998-35D4-19F9-4D8C-E96035F6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Mouse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F7701-FCE3-9756-DAAF-C3F49E017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Left</a:t>
            </a:r>
          </a:p>
          <a:p>
            <a:pPr lvl="1"/>
            <a:r>
              <a:rPr lang="en-US" altLang="ko-KR" dirty="0"/>
              <a:t>Click : Select</a:t>
            </a:r>
          </a:p>
          <a:p>
            <a:pPr lvl="2"/>
            <a:r>
              <a:rPr lang="en-US" altLang="ko-KR" dirty="0"/>
              <a:t>Single Select : Select</a:t>
            </a:r>
          </a:p>
          <a:p>
            <a:pPr lvl="2"/>
            <a:r>
              <a:rPr lang="en-US" altLang="ko-KR" dirty="0"/>
              <a:t>Multi Select : Ctrl + Click</a:t>
            </a:r>
          </a:p>
          <a:p>
            <a:pPr lvl="2"/>
            <a:r>
              <a:rPr lang="en-US" altLang="ko-KR" dirty="0"/>
              <a:t>Reselect : deselect</a:t>
            </a:r>
          </a:p>
          <a:p>
            <a:pPr lvl="1"/>
            <a:r>
              <a:rPr lang="en-US" altLang="ko-KR" dirty="0"/>
              <a:t>Drag : Multi Select (include, cross)</a:t>
            </a:r>
          </a:p>
          <a:p>
            <a:r>
              <a:rPr lang="en-US" altLang="ko-KR" dirty="0"/>
              <a:t>Middle</a:t>
            </a:r>
          </a:p>
          <a:p>
            <a:pPr lvl="1"/>
            <a:r>
              <a:rPr lang="en-US" altLang="ko-KR" dirty="0"/>
              <a:t>Drag : Pan</a:t>
            </a:r>
          </a:p>
          <a:p>
            <a:pPr lvl="1"/>
            <a:r>
              <a:rPr lang="en-US" altLang="ko-KR" dirty="0"/>
              <a:t>Wheel : Zoom Dynamic</a:t>
            </a:r>
          </a:p>
          <a:p>
            <a:r>
              <a:rPr lang="en-US" altLang="ko-KR" dirty="0"/>
              <a:t>Right</a:t>
            </a:r>
          </a:p>
          <a:p>
            <a:pPr lvl="1"/>
            <a:r>
              <a:rPr lang="en-US" altLang="ko-KR" dirty="0"/>
              <a:t>Drag : Rotation</a:t>
            </a:r>
          </a:p>
          <a:p>
            <a:pPr lvl="1"/>
            <a:r>
              <a:rPr lang="en-US" altLang="ko-KR" dirty="0"/>
              <a:t>Click : Context menu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384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53D55-BAB8-62BD-7B89-DADBB062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 Menu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3EA43A-8B31-DC3C-B16A-311099795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0249994-A2E7-6A16-0011-2626B9A11E4D}"/>
              </a:ext>
            </a:extLst>
          </p:cNvPr>
          <p:cNvSpPr/>
          <p:nvPr/>
        </p:nvSpPr>
        <p:spPr>
          <a:xfrm>
            <a:off x="5312465" y="2804939"/>
            <a:ext cx="651013" cy="33793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E2ECAEF-F793-8D9A-761B-C95F389AB501}"/>
              </a:ext>
            </a:extLst>
          </p:cNvPr>
          <p:cNvSpPr/>
          <p:nvPr/>
        </p:nvSpPr>
        <p:spPr>
          <a:xfrm>
            <a:off x="3766929" y="3585160"/>
            <a:ext cx="651013" cy="33793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13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CD5FA-DE78-6787-2CC7-9B8C55CD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89AB0-6485-384D-A24C-6CE7BCCD7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Tree </a:t>
            </a:r>
            <a:r>
              <a:rPr lang="ko-KR" altLang="en-US" dirty="0"/>
              <a:t>형태 결정 필요</a:t>
            </a:r>
          </a:p>
        </p:txBody>
      </p:sp>
    </p:spTree>
    <p:extLst>
      <p:ext uri="{BB962C8B-B14F-4D97-AF65-F5344CB8AC3E}">
        <p14:creationId xmlns:p14="http://schemas.microsoft.com/office/powerpoint/2010/main" val="356112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CDEC-651B-ADE4-86BB-C47CEC15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9903AE-9810-19C7-B8BC-D73D9EC2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구체적인 </a:t>
            </a:r>
            <a:r>
              <a:rPr lang="en-US" altLang="ko-KR" dirty="0"/>
              <a:t>Option </a:t>
            </a:r>
            <a:r>
              <a:rPr lang="ko-KR" altLang="en-US" dirty="0"/>
              <a:t>처리</a:t>
            </a:r>
            <a:endParaRPr lang="en-US" altLang="ko-KR" dirty="0"/>
          </a:p>
          <a:p>
            <a:r>
              <a:rPr lang="en-US" altLang="ko-KR" dirty="0"/>
              <a:t>File Import/Export Option</a:t>
            </a:r>
            <a:r>
              <a:rPr lang="ko-KR" altLang="en-US" dirty="0"/>
              <a:t> 구조화</a:t>
            </a:r>
            <a:endParaRPr lang="en-US" altLang="ko-KR" dirty="0"/>
          </a:p>
          <a:p>
            <a:r>
              <a:rPr lang="en-US" altLang="ko-KR" dirty="0"/>
              <a:t>User Preference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Command</a:t>
            </a:r>
            <a:r>
              <a:rPr lang="ko-KR" altLang="en-US" dirty="0"/>
              <a:t> </a:t>
            </a:r>
            <a:r>
              <a:rPr lang="en-US" altLang="ko-KR" dirty="0"/>
              <a:t>History</a:t>
            </a:r>
          </a:p>
          <a:p>
            <a:r>
              <a:rPr lang="en-US" altLang="ko-KR"/>
              <a:t>Dialog tab </a:t>
            </a:r>
            <a:r>
              <a:rPr lang="ko-KR" altLang="en-US"/>
              <a:t>옵션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697299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TM04033917[[fn=베를린]]</Template>
  <TotalTime>312</TotalTime>
  <Words>71</Words>
  <Application>Microsoft Office PowerPoint</Application>
  <PresentationFormat>와이드스크린</PresentationFormat>
  <Paragraphs>23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베를린</vt:lpstr>
      <vt:lpstr>3DMI 개발 Spec</vt:lpstr>
      <vt:lpstr>Mouse</vt:lpstr>
      <vt:lpstr>Context Menu</vt:lpstr>
      <vt:lpstr>Tree</vt:lpstr>
      <vt:lpstr>Option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 수용</dc:creator>
  <cp:lastModifiedBy>송 수용</cp:lastModifiedBy>
  <cp:revision>6</cp:revision>
  <dcterms:created xsi:type="dcterms:W3CDTF">2022-08-01T00:24:26Z</dcterms:created>
  <dcterms:modified xsi:type="dcterms:W3CDTF">2022-08-11T06:03:10Z</dcterms:modified>
</cp:coreProperties>
</file>