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5" r:id="rId7"/>
    <p:sldId id="263" r:id="rId8"/>
    <p:sldId id="264" r:id="rId9"/>
    <p:sldId id="257" r:id="rId10"/>
    <p:sldId id="258" r:id="rId11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>
        <p:scale>
          <a:sx n="125" d="100"/>
          <a:sy n="125" d="100"/>
        </p:scale>
        <p:origin x="-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41B3B-B1B8-D8FF-947A-88FA6BFAD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385B8D1-6E3A-A6BE-392E-62867645B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2B6319-D59E-30B2-A5B4-2422B92B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2A2F-C590-4469-940A-093E035E0ECE}" type="datetimeFigureOut">
              <a:rPr lang="ko-KR" altLang="en-US" smtClean="0"/>
              <a:t>2022-07-20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0D0F4A-B3B2-30C2-6D88-EA024616B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F2EA69-7A31-EDAD-6199-51C21B5A7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E15E-F564-4078-AE92-D27E5DF8BA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08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628A0C-3F40-CEFF-55EE-EAA6169FD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9CEF3C-AA0A-7B5D-2AF5-1BACB576E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706AEB-A59C-86AA-6B5A-FF33C3ECC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2A2F-C590-4469-940A-093E035E0ECE}" type="datetimeFigureOut">
              <a:rPr lang="ko-KR" altLang="en-US" smtClean="0"/>
              <a:t>2022-07-20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DBA28-F22B-277A-8CF3-F8E94C1FF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738957-3A59-53B2-2AEB-A853342D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E15E-F564-4078-AE92-D27E5DF8BA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460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7998B-8804-3681-2A75-185CB56B9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1991F7-F483-A148-7E04-1177F96E7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27EA51-103C-EA8A-FFC7-A6CEA8A13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2A2F-C590-4469-940A-093E035E0ECE}" type="datetimeFigureOut">
              <a:rPr lang="ko-KR" altLang="en-US" smtClean="0"/>
              <a:t>2022-07-20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777578-30CF-E841-54CF-87E71BABE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456E73-26BE-DED9-CA07-39EB44A0E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E15E-F564-4078-AE92-D27E5DF8BA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377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C5E346-E50B-FC4B-F0D0-413BAC4D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CA600-B067-2339-E332-5CDBCEC87D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93814D-E0AB-9232-69F5-2270F0D82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30CE15-09AF-74CE-DB17-95821E83E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2A2F-C590-4469-940A-093E035E0ECE}" type="datetimeFigureOut">
              <a:rPr lang="ko-KR" altLang="en-US" smtClean="0"/>
              <a:t>2022-07-20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EDBF0F-6E58-8C1C-E545-B20BE3089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77346E-C7DA-BB03-2BB1-870055EFC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E15E-F564-4078-AE92-D27E5DF8BA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753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63F91-DDB4-AA6A-4AC9-6136A39C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3344B8-F97B-7809-2A75-F77274212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7E7007-79BC-0F49-A588-9BC70324D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AE482C-CF13-F330-B85B-65F31861B0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1983AB3-0BCE-895A-20F5-8DCAF6D910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77C360E-443F-E4DD-1F27-AA675F7CD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2A2F-C590-4469-940A-093E035E0ECE}" type="datetimeFigureOut">
              <a:rPr lang="ko-KR" altLang="en-US" smtClean="0"/>
              <a:t>2022-07-20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C7B857-847A-48AC-B8DA-358717591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22E0E7D-B6AF-07D4-948C-F3205DEC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E15E-F564-4078-AE92-D27E5DF8BA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22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98542-34BE-BBEA-318D-6F3A430A7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B45B4E-4372-FC3A-7B0D-26247C39C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2A2F-C590-4469-940A-093E035E0ECE}" type="datetimeFigureOut">
              <a:rPr lang="ko-KR" altLang="en-US" smtClean="0"/>
              <a:t>2022-07-20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DC491E-A531-0BA4-A661-E510E642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AE6AF16-38F2-7A81-C82F-822F02E3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E15E-F564-4078-AE92-D27E5DF8BA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912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E2CE973-82CD-47AC-AAE3-0C98DA91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2A2F-C590-4469-940A-093E035E0ECE}" type="datetimeFigureOut">
              <a:rPr lang="ko-KR" altLang="en-US" smtClean="0"/>
              <a:t>2022-07-20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3D5AE54-0DBC-5CE1-FCE3-EC8FA94A6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A1653A-FF39-CA0D-806C-F952C3B8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E15E-F564-4078-AE92-D27E5DF8BA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51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DE538E-0239-7939-C9DA-2A5A17C43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007A9D-0318-AF38-7D7D-F8417DD2D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22BFB1-4F4E-D908-7766-2291ED949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59D5156-89EC-5D7D-0130-02116B55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2A2F-C590-4469-940A-093E035E0ECE}" type="datetimeFigureOut">
              <a:rPr lang="ko-KR" altLang="en-US" smtClean="0"/>
              <a:t>2022-07-20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4E0F0B-4436-74C3-438C-57F08B138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D0F906-5EC0-DD34-FDA4-8C415A4E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E15E-F564-4078-AE92-D27E5DF8BA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618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59207-C649-8A40-1337-9EB8AAC3D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D5C9CCD-1BF3-8876-3774-ACC80FB0B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1513C3-84BD-4222-095D-82B19C7C8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F8B1E6-E519-3086-E324-82D2456D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2A2F-C590-4469-940A-093E035E0ECE}" type="datetimeFigureOut">
              <a:rPr lang="ko-KR" altLang="en-US" smtClean="0"/>
              <a:t>2022-07-20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0D3455-9F2A-28D5-DF44-D74BF0131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6B2D5F-C532-ED6B-20E4-EB1DB44C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E15E-F564-4078-AE92-D27E5DF8BA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793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45314C-8680-14A2-1316-6AE4BF8E2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1B5089-8AD8-7A7E-BC85-D506CC868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9F7A48-DCAF-AFE6-AFF8-4D8375160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2A2F-C590-4469-940A-093E035E0ECE}" type="datetimeFigureOut">
              <a:rPr lang="ko-KR" altLang="en-US" smtClean="0"/>
              <a:t>2022-07-20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04CFAC-61DD-0599-B5C8-DDC0952F1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9551CD-80C9-23D8-6517-093E1B0E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E15E-F564-4078-AE92-D27E5DF8BA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493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9122B8-7E35-5C92-8BE0-71F6A29A6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5FD806-5E18-4F92-1515-38928CD79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35B3DE-071F-6BA5-1AC4-F8E2960C5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2A2F-C590-4469-940A-093E035E0ECE}" type="datetimeFigureOut">
              <a:rPr lang="ko-KR" altLang="en-US" smtClean="0"/>
              <a:t>2022-07-20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80C2F6-9E63-FF9C-B048-D56F2C866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106BA5-5416-EB22-1F1C-D99DA4CE3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CE15E-F564-4078-AE92-D27E5DF8BA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A38ABD7-2195-FA95-CBA6-225FD177F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07B236-2721-1290-AA7C-CC5245F5B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A6C275-FB97-9590-5FA5-1E7E54FAE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42A2F-C590-4469-940A-093E035E0ECE}" type="datetimeFigureOut">
              <a:rPr lang="ko-KR" altLang="en-US" smtClean="0"/>
              <a:t>2022-07-20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6CCD-4B32-3703-12FF-47BD67192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AC1354-C0AE-8B6C-768C-48619B29A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CE15E-F564-4078-AE92-D27E5DF8BA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89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27.png"/><Relationship Id="rId26" Type="http://schemas.openxmlformats.org/officeDocument/2006/relationships/image" Target="../media/image31.png"/><Relationship Id="rId3" Type="http://schemas.openxmlformats.org/officeDocument/2006/relationships/image" Target="../media/image2.png"/><Relationship Id="rId21" Type="http://schemas.openxmlformats.org/officeDocument/2006/relationships/image" Target="../media/image18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26.png"/><Relationship Id="rId25" Type="http://schemas.openxmlformats.org/officeDocument/2006/relationships/image" Target="../media/image30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7.png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9.png"/><Relationship Id="rId32" Type="http://schemas.openxmlformats.org/officeDocument/2006/relationships/image" Target="../media/image25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19.png"/><Relationship Id="rId28" Type="http://schemas.openxmlformats.org/officeDocument/2006/relationships/image" Target="../media/image21.png"/><Relationship Id="rId10" Type="http://schemas.openxmlformats.org/officeDocument/2006/relationships/image" Target="../media/image9.png"/><Relationship Id="rId19" Type="http://schemas.openxmlformats.org/officeDocument/2006/relationships/image" Target="../media/image16.png"/><Relationship Id="rId31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8.png"/><Relationship Id="rId27" Type="http://schemas.openxmlformats.org/officeDocument/2006/relationships/image" Target="../media/image20.png"/><Relationship Id="rId30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33.png"/><Relationship Id="rId26" Type="http://schemas.openxmlformats.org/officeDocument/2006/relationships/image" Target="../media/image40.png"/><Relationship Id="rId39" Type="http://schemas.openxmlformats.org/officeDocument/2006/relationships/image" Target="../media/image50.png"/><Relationship Id="rId21" Type="http://schemas.openxmlformats.org/officeDocument/2006/relationships/image" Target="../media/image36.png"/><Relationship Id="rId34" Type="http://schemas.openxmlformats.org/officeDocument/2006/relationships/image" Target="../media/image46.png"/><Relationship Id="rId42" Type="http://schemas.openxmlformats.org/officeDocument/2006/relationships/image" Target="../media/image52.png"/><Relationship Id="rId47" Type="http://schemas.openxmlformats.org/officeDocument/2006/relationships/image" Target="../media/image18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9" Type="http://schemas.openxmlformats.org/officeDocument/2006/relationships/image" Target="../media/image42.png"/><Relationship Id="rId11" Type="http://schemas.openxmlformats.org/officeDocument/2006/relationships/image" Target="../media/image10.png"/><Relationship Id="rId24" Type="http://schemas.openxmlformats.org/officeDocument/2006/relationships/image" Target="../media/image20.png"/><Relationship Id="rId32" Type="http://schemas.openxmlformats.org/officeDocument/2006/relationships/image" Target="../media/image44.png"/><Relationship Id="rId37" Type="http://schemas.openxmlformats.org/officeDocument/2006/relationships/image" Target="../media/image24.png"/><Relationship Id="rId40" Type="http://schemas.openxmlformats.org/officeDocument/2006/relationships/image" Target="../media/image23.png"/><Relationship Id="rId45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38.png"/><Relationship Id="rId28" Type="http://schemas.openxmlformats.org/officeDocument/2006/relationships/image" Target="../media/image41.png"/><Relationship Id="rId36" Type="http://schemas.openxmlformats.org/officeDocument/2006/relationships/image" Target="../media/image48.png"/><Relationship Id="rId49" Type="http://schemas.openxmlformats.org/officeDocument/2006/relationships/image" Target="../media/image25.png"/><Relationship Id="rId10" Type="http://schemas.openxmlformats.org/officeDocument/2006/relationships/image" Target="../media/image9.png"/><Relationship Id="rId19" Type="http://schemas.openxmlformats.org/officeDocument/2006/relationships/image" Target="../media/image34.png"/><Relationship Id="rId31" Type="http://schemas.openxmlformats.org/officeDocument/2006/relationships/image" Target="../media/image43.png"/><Relationship Id="rId44" Type="http://schemas.openxmlformats.org/officeDocument/2006/relationships/image" Target="../media/image5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32.png"/><Relationship Id="rId22" Type="http://schemas.openxmlformats.org/officeDocument/2006/relationships/image" Target="../media/image37.png"/><Relationship Id="rId27" Type="http://schemas.openxmlformats.org/officeDocument/2006/relationships/image" Target="../media/image21.png"/><Relationship Id="rId30" Type="http://schemas.openxmlformats.org/officeDocument/2006/relationships/image" Target="../media/image22.png"/><Relationship Id="rId35" Type="http://schemas.openxmlformats.org/officeDocument/2006/relationships/image" Target="../media/image47.png"/><Relationship Id="rId43" Type="http://schemas.openxmlformats.org/officeDocument/2006/relationships/image" Target="../media/image53.png"/><Relationship Id="rId48" Type="http://schemas.openxmlformats.org/officeDocument/2006/relationships/image" Target="../media/image19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5.png"/><Relationship Id="rId25" Type="http://schemas.openxmlformats.org/officeDocument/2006/relationships/image" Target="../media/image39.png"/><Relationship Id="rId33" Type="http://schemas.openxmlformats.org/officeDocument/2006/relationships/image" Target="../media/image45.png"/><Relationship Id="rId38" Type="http://schemas.openxmlformats.org/officeDocument/2006/relationships/image" Target="../media/image49.png"/><Relationship Id="rId46" Type="http://schemas.openxmlformats.org/officeDocument/2006/relationships/image" Target="../media/image17.png"/><Relationship Id="rId20" Type="http://schemas.openxmlformats.org/officeDocument/2006/relationships/image" Target="../media/image35.png"/><Relationship Id="rId41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48.png"/><Relationship Id="rId26" Type="http://schemas.openxmlformats.org/officeDocument/2006/relationships/image" Target="../media/image57.png"/><Relationship Id="rId39" Type="http://schemas.openxmlformats.org/officeDocument/2006/relationships/image" Target="../media/image18.png"/><Relationship Id="rId21" Type="http://schemas.openxmlformats.org/officeDocument/2006/relationships/image" Target="../media/image49.png"/><Relationship Id="rId34" Type="http://schemas.openxmlformats.org/officeDocument/2006/relationships/image" Target="../media/image65.png"/><Relationship Id="rId42" Type="http://schemas.openxmlformats.org/officeDocument/2006/relationships/image" Target="../media/image21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53.png"/><Relationship Id="rId29" Type="http://schemas.openxmlformats.org/officeDocument/2006/relationships/image" Target="../media/image60.png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5.png"/><Relationship Id="rId32" Type="http://schemas.openxmlformats.org/officeDocument/2006/relationships/image" Target="../media/image63.png"/><Relationship Id="rId37" Type="http://schemas.openxmlformats.org/officeDocument/2006/relationships/image" Target="../media/image16.png"/><Relationship Id="rId40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55.png"/><Relationship Id="rId28" Type="http://schemas.openxmlformats.org/officeDocument/2006/relationships/image" Target="../media/image59.png"/><Relationship Id="rId36" Type="http://schemas.openxmlformats.org/officeDocument/2006/relationships/image" Target="../media/image67.png"/><Relationship Id="rId10" Type="http://schemas.openxmlformats.org/officeDocument/2006/relationships/image" Target="../media/image9.png"/><Relationship Id="rId19" Type="http://schemas.openxmlformats.org/officeDocument/2006/relationships/image" Target="../media/image24.png"/><Relationship Id="rId31" Type="http://schemas.openxmlformats.org/officeDocument/2006/relationships/image" Target="../media/image62.png"/><Relationship Id="rId44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50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Relationship Id="rId35" Type="http://schemas.openxmlformats.org/officeDocument/2006/relationships/image" Target="../media/image66.png"/><Relationship Id="rId43" Type="http://schemas.openxmlformats.org/officeDocument/2006/relationships/image" Target="../media/image22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47.png"/><Relationship Id="rId25" Type="http://schemas.openxmlformats.org/officeDocument/2006/relationships/image" Target="../media/image56.png"/><Relationship Id="rId33" Type="http://schemas.openxmlformats.org/officeDocument/2006/relationships/image" Target="../media/image64.png"/><Relationship Id="rId38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68.png"/><Relationship Id="rId18" Type="http://schemas.openxmlformats.org/officeDocument/2006/relationships/image" Target="../media/image65.png"/><Relationship Id="rId3" Type="http://schemas.openxmlformats.org/officeDocument/2006/relationships/image" Target="../media/image2.png"/><Relationship Id="rId21" Type="http://schemas.openxmlformats.org/officeDocument/2006/relationships/image" Target="../media/image75.png"/><Relationship Id="rId7" Type="http://schemas.openxmlformats.org/officeDocument/2006/relationships/image" Target="../media/image6.png"/><Relationship Id="rId12" Type="http://schemas.openxmlformats.org/officeDocument/2006/relationships/image" Target="../media/image15.png"/><Relationship Id="rId17" Type="http://schemas.openxmlformats.org/officeDocument/2006/relationships/image" Target="../media/image72.png"/><Relationship Id="rId2" Type="http://schemas.openxmlformats.org/officeDocument/2006/relationships/image" Target="../media/image1.png"/><Relationship Id="rId16" Type="http://schemas.openxmlformats.org/officeDocument/2006/relationships/image" Target="../media/image71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4.png"/><Relationship Id="rId15" Type="http://schemas.openxmlformats.org/officeDocument/2006/relationships/image" Target="../media/image70.png"/><Relationship Id="rId23" Type="http://schemas.openxmlformats.org/officeDocument/2006/relationships/image" Target="../media/image77.png"/><Relationship Id="rId10" Type="http://schemas.openxmlformats.org/officeDocument/2006/relationships/image" Target="../media/image13.png"/><Relationship Id="rId19" Type="http://schemas.openxmlformats.org/officeDocument/2006/relationships/image" Target="../media/image7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14" Type="http://schemas.openxmlformats.org/officeDocument/2006/relationships/image" Target="../media/image69.png"/><Relationship Id="rId22" Type="http://schemas.openxmlformats.org/officeDocument/2006/relationships/image" Target="../media/image7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68.png"/><Relationship Id="rId18" Type="http://schemas.openxmlformats.org/officeDocument/2006/relationships/image" Target="../media/image65.png"/><Relationship Id="rId3" Type="http://schemas.openxmlformats.org/officeDocument/2006/relationships/image" Target="../media/image2.png"/><Relationship Id="rId21" Type="http://schemas.openxmlformats.org/officeDocument/2006/relationships/image" Target="../media/image75.png"/><Relationship Id="rId7" Type="http://schemas.openxmlformats.org/officeDocument/2006/relationships/image" Target="../media/image6.png"/><Relationship Id="rId12" Type="http://schemas.openxmlformats.org/officeDocument/2006/relationships/image" Target="../media/image15.png"/><Relationship Id="rId17" Type="http://schemas.openxmlformats.org/officeDocument/2006/relationships/image" Target="../media/image72.png"/><Relationship Id="rId2" Type="http://schemas.openxmlformats.org/officeDocument/2006/relationships/image" Target="../media/image1.png"/><Relationship Id="rId16" Type="http://schemas.openxmlformats.org/officeDocument/2006/relationships/image" Target="../media/image71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4.png"/><Relationship Id="rId5" Type="http://schemas.openxmlformats.org/officeDocument/2006/relationships/image" Target="../media/image4.png"/><Relationship Id="rId15" Type="http://schemas.openxmlformats.org/officeDocument/2006/relationships/image" Target="../media/image70.png"/><Relationship Id="rId23" Type="http://schemas.openxmlformats.org/officeDocument/2006/relationships/image" Target="../media/image77.png"/><Relationship Id="rId10" Type="http://schemas.openxmlformats.org/officeDocument/2006/relationships/image" Target="../media/image13.png"/><Relationship Id="rId19" Type="http://schemas.openxmlformats.org/officeDocument/2006/relationships/image" Target="../media/image73.png"/><Relationship Id="rId4" Type="http://schemas.openxmlformats.org/officeDocument/2006/relationships/image" Target="../media/image3.png"/><Relationship Id="rId9" Type="http://schemas.openxmlformats.org/officeDocument/2006/relationships/image" Target="../media/image12.png"/><Relationship Id="rId14" Type="http://schemas.openxmlformats.org/officeDocument/2006/relationships/image" Target="../media/image69.png"/><Relationship Id="rId22" Type="http://schemas.openxmlformats.org/officeDocument/2006/relationships/image" Target="../media/image7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테니스, 공이(가) 표시된 사진&#10;&#10;자동 생성된 설명">
            <a:extLst>
              <a:ext uri="{FF2B5EF4-FFF2-40B4-BE49-F238E27FC236}">
                <a16:creationId xmlns:a16="http://schemas.microsoft.com/office/drawing/2014/main" id="{227C624B-1F24-5389-2B80-CB10BE247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2" y="76761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A5255D4-382B-9F13-6F97-C2CC79FA6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394359"/>
            <a:ext cx="365714" cy="365714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</p:pic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F56758B0-52BD-F4DE-9044-C42881498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1140865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CAA4B5D-5BFD-06C9-F7BF-90D26F900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1" y="151411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9" name="그림 18" descr="텍스트, 시계, 손목시계, 게이지이(가) 표시된 사진&#10;&#10;자동 생성된 설명">
            <a:extLst>
              <a:ext uri="{FF2B5EF4-FFF2-40B4-BE49-F238E27FC236}">
                <a16:creationId xmlns:a16="http://schemas.microsoft.com/office/drawing/2014/main" id="{685D6ECC-1812-1B40-DA1D-6B4CA3A60B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0" y="188737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7A862DD-D00A-040E-0464-9C517E59D3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9" y="2270149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DF34E02-4877-E447-50F8-27C79D2281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302065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CE01867-5CA8-5509-7560-1229B16BDC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396543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7A2938E-712C-C518-CCCA-DD3D675098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6" y="39869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0C8C315-8180-9BD3-532A-69DA952BE6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29" y="39654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5E141C1-51A8-6177-B035-DEC6D82BFC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496" y="39654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41" name="그림 40" descr="케이스이(가) 표시된 사진&#10;&#10;자동 생성된 설명">
            <a:extLst>
              <a:ext uri="{FF2B5EF4-FFF2-40B4-BE49-F238E27FC236}">
                <a16:creationId xmlns:a16="http://schemas.microsoft.com/office/drawing/2014/main" id="{169104D5-64AB-46D9-1F75-18060F3B4D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264425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D7E5EB9A-CDB4-0CA7-F710-65E241EFE226}"/>
              </a:ext>
            </a:extLst>
          </p:cNvPr>
          <p:cNvSpPr txBox="1"/>
          <p:nvPr/>
        </p:nvSpPr>
        <p:spPr>
          <a:xfrm>
            <a:off x="9957737" y="392125"/>
            <a:ext cx="1350626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Measure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C8FD22-EEEB-1C6D-84EA-E4A7878ABDE7}"/>
              </a:ext>
            </a:extLst>
          </p:cNvPr>
          <p:cNvSpPr txBox="1"/>
          <p:nvPr/>
        </p:nvSpPr>
        <p:spPr>
          <a:xfrm>
            <a:off x="9957736" y="763144"/>
            <a:ext cx="1350626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Analyze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A3A6EC-98B8-F783-77D9-8AC5952FADB6}"/>
              </a:ext>
            </a:extLst>
          </p:cNvPr>
          <p:cNvSpPr txBox="1"/>
          <p:nvPr/>
        </p:nvSpPr>
        <p:spPr>
          <a:xfrm>
            <a:off x="9957733" y="1871140"/>
            <a:ext cx="1350626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Transform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7AAFC05-F29C-32E8-3123-5EAAF4A6002B}"/>
              </a:ext>
            </a:extLst>
          </p:cNvPr>
          <p:cNvSpPr txBox="1"/>
          <p:nvPr/>
        </p:nvSpPr>
        <p:spPr>
          <a:xfrm>
            <a:off x="9957735" y="1132476"/>
            <a:ext cx="1350626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Section</a:t>
            </a:r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494553-5117-E79C-BC79-5BC5C05D7DEB}"/>
              </a:ext>
            </a:extLst>
          </p:cNvPr>
          <p:cNvSpPr txBox="1"/>
          <p:nvPr/>
        </p:nvSpPr>
        <p:spPr>
          <a:xfrm>
            <a:off x="9957734" y="1501808"/>
            <a:ext cx="1350626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Axis</a:t>
            </a:r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DE0FB53-114E-DB6D-16B4-3706DAFFEC4B}"/>
              </a:ext>
            </a:extLst>
          </p:cNvPr>
          <p:cNvSpPr txBox="1"/>
          <p:nvPr/>
        </p:nvSpPr>
        <p:spPr>
          <a:xfrm>
            <a:off x="9957732" y="2240472"/>
            <a:ext cx="1350626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Tools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2CEC00-D4D2-EF19-0FC4-D57C68464AF6}"/>
              </a:ext>
            </a:extLst>
          </p:cNvPr>
          <p:cNvSpPr txBox="1"/>
          <p:nvPr/>
        </p:nvSpPr>
        <p:spPr>
          <a:xfrm>
            <a:off x="9957731" y="2609804"/>
            <a:ext cx="1350626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Create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DAAA05-2FBD-8E41-5522-E67F79891999}"/>
              </a:ext>
            </a:extLst>
          </p:cNvPr>
          <p:cNvSpPr txBox="1"/>
          <p:nvPr/>
        </p:nvSpPr>
        <p:spPr>
          <a:xfrm>
            <a:off x="9957731" y="2979136"/>
            <a:ext cx="1350626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Edit</a:t>
            </a:r>
            <a:endParaRPr lang="ko-KR" altLang="en-US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1059EC7-BE5D-1E72-CFCD-894CB486EBD2}"/>
              </a:ext>
            </a:extLst>
          </p:cNvPr>
          <p:cNvCxnSpPr>
            <a:cxnSpLocks/>
            <a:stCxn id="13" idx="1"/>
            <a:endCxn id="54" idx="3"/>
          </p:cNvCxnSpPr>
          <p:nvPr/>
        </p:nvCxnSpPr>
        <p:spPr>
          <a:xfrm flipH="1" flipV="1">
            <a:off x="11308363" y="576791"/>
            <a:ext cx="460050" cy="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DEA7F2B6-DEBF-1898-EBDA-27BC8B758D60}"/>
              </a:ext>
            </a:extLst>
          </p:cNvPr>
          <p:cNvCxnSpPr>
            <a:cxnSpLocks/>
          </p:cNvCxnSpPr>
          <p:nvPr/>
        </p:nvCxnSpPr>
        <p:spPr>
          <a:xfrm flipH="1" flipV="1">
            <a:off x="11308357" y="933176"/>
            <a:ext cx="460050" cy="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66F69CEC-CD80-BF0E-33B5-2726138E45C8}"/>
              </a:ext>
            </a:extLst>
          </p:cNvPr>
          <p:cNvCxnSpPr>
            <a:cxnSpLocks/>
          </p:cNvCxnSpPr>
          <p:nvPr/>
        </p:nvCxnSpPr>
        <p:spPr>
          <a:xfrm flipH="1" flipV="1">
            <a:off x="11308357" y="1300615"/>
            <a:ext cx="460050" cy="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A0EE34F8-5EB9-0869-43A1-B5B6B3D1BA91}"/>
              </a:ext>
            </a:extLst>
          </p:cNvPr>
          <p:cNvCxnSpPr>
            <a:cxnSpLocks/>
          </p:cNvCxnSpPr>
          <p:nvPr/>
        </p:nvCxnSpPr>
        <p:spPr>
          <a:xfrm flipH="1" flipV="1">
            <a:off x="11308357" y="1686261"/>
            <a:ext cx="460050" cy="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00BAFAAE-B2D9-FEF0-2C12-A48A65C53627}"/>
              </a:ext>
            </a:extLst>
          </p:cNvPr>
          <p:cNvCxnSpPr>
            <a:cxnSpLocks/>
          </p:cNvCxnSpPr>
          <p:nvPr/>
        </p:nvCxnSpPr>
        <p:spPr>
          <a:xfrm flipH="1" flipV="1">
            <a:off x="11295099" y="2058239"/>
            <a:ext cx="460050" cy="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18EC8C2B-B62A-9DD1-BF1D-203486FB1759}"/>
              </a:ext>
            </a:extLst>
          </p:cNvPr>
          <p:cNvCxnSpPr>
            <a:cxnSpLocks/>
          </p:cNvCxnSpPr>
          <p:nvPr/>
        </p:nvCxnSpPr>
        <p:spPr>
          <a:xfrm flipH="1" flipV="1">
            <a:off x="11295099" y="2421630"/>
            <a:ext cx="460050" cy="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9FE5A53B-1D22-4FE6-81C4-84A73CD31B77}"/>
              </a:ext>
            </a:extLst>
          </p:cNvPr>
          <p:cNvCxnSpPr>
            <a:cxnSpLocks/>
          </p:cNvCxnSpPr>
          <p:nvPr/>
        </p:nvCxnSpPr>
        <p:spPr>
          <a:xfrm flipH="1" flipV="1">
            <a:off x="11295099" y="2790962"/>
            <a:ext cx="460050" cy="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991C02F9-E594-7214-AAEE-C00F3658A219}"/>
              </a:ext>
            </a:extLst>
          </p:cNvPr>
          <p:cNvCxnSpPr>
            <a:cxnSpLocks/>
          </p:cNvCxnSpPr>
          <p:nvPr/>
        </p:nvCxnSpPr>
        <p:spPr>
          <a:xfrm flipH="1" flipV="1">
            <a:off x="11295099" y="3147127"/>
            <a:ext cx="460050" cy="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CE1B2C7-6D6D-ACC9-76A1-386722943831}"/>
              </a:ext>
            </a:extLst>
          </p:cNvPr>
          <p:cNvSpPr txBox="1"/>
          <p:nvPr/>
        </p:nvSpPr>
        <p:spPr>
          <a:xfrm>
            <a:off x="1682084" y="2283575"/>
            <a:ext cx="1350625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Model Tree</a:t>
            </a:r>
            <a:endParaRPr lang="ko-KR" alt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F2A1D34-5FC2-B0F5-B536-C4BBD446C0F7}"/>
              </a:ext>
            </a:extLst>
          </p:cNvPr>
          <p:cNvSpPr txBox="1"/>
          <p:nvPr/>
        </p:nvSpPr>
        <p:spPr>
          <a:xfrm>
            <a:off x="1680772" y="1864736"/>
            <a:ext cx="1350625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Scene</a:t>
            </a:r>
            <a:endParaRPr lang="ko-KR" alt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76A8F8F-BD1A-4F37-E9A9-080D181C45FC}"/>
              </a:ext>
            </a:extLst>
          </p:cNvPr>
          <p:cNvSpPr txBox="1"/>
          <p:nvPr/>
        </p:nvSpPr>
        <p:spPr>
          <a:xfrm>
            <a:off x="1691323" y="1445897"/>
            <a:ext cx="1350625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Layer</a:t>
            </a:r>
            <a:endParaRPr lang="ko-KR" alt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5B8D29B-BC4D-DD56-2B11-59ECCA59A35E}"/>
              </a:ext>
            </a:extLst>
          </p:cNvPr>
          <p:cNvSpPr txBox="1"/>
          <p:nvPr/>
        </p:nvSpPr>
        <p:spPr>
          <a:xfrm>
            <a:off x="1691323" y="1027058"/>
            <a:ext cx="1350625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View</a:t>
            </a:r>
            <a:endParaRPr lang="ko-KR" alt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9910E15-F53F-73BE-B149-6F1F9F45EA04}"/>
              </a:ext>
            </a:extLst>
          </p:cNvPr>
          <p:cNvSpPr txBox="1"/>
          <p:nvPr/>
        </p:nvSpPr>
        <p:spPr>
          <a:xfrm>
            <a:off x="7521170" y="2064081"/>
            <a:ext cx="1812617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Select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C531B8C-930A-F0F8-2A00-81AFECB7C0DC}"/>
              </a:ext>
            </a:extLst>
          </p:cNvPr>
          <p:cNvSpPr txBox="1"/>
          <p:nvPr/>
        </p:nvSpPr>
        <p:spPr>
          <a:xfrm>
            <a:off x="7515940" y="2499689"/>
            <a:ext cx="1812617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/>
              <a:t>Visual Effects</a:t>
            </a:r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DDE4DA3-D998-D457-EF4B-6B3F7056C66D}"/>
              </a:ext>
            </a:extLst>
          </p:cNvPr>
          <p:cNvSpPr txBox="1"/>
          <p:nvPr/>
        </p:nvSpPr>
        <p:spPr>
          <a:xfrm>
            <a:off x="7515940" y="2938396"/>
            <a:ext cx="1812617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Visibility</a:t>
            </a:r>
            <a:endParaRPr lang="ko-KR" altLang="en-US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F874831-E39C-4EE9-9FAD-47BAAE47028E}"/>
              </a:ext>
            </a:extLst>
          </p:cNvPr>
          <p:cNvSpPr txBox="1"/>
          <p:nvPr/>
        </p:nvSpPr>
        <p:spPr>
          <a:xfrm>
            <a:off x="7515940" y="3373100"/>
            <a:ext cx="1812617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View Direction</a:t>
            </a:r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0E671F1-2481-DE6E-D46A-3DB67A0D2111}"/>
              </a:ext>
            </a:extLst>
          </p:cNvPr>
          <p:cNvSpPr txBox="1"/>
          <p:nvPr/>
        </p:nvSpPr>
        <p:spPr>
          <a:xfrm>
            <a:off x="7515940" y="3809840"/>
            <a:ext cx="1812617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View Style</a:t>
            </a:r>
            <a:endParaRPr lang="ko-KR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60F7990-5F33-31A9-4D72-B1B11CC2EF84}"/>
              </a:ext>
            </a:extLst>
          </p:cNvPr>
          <p:cNvSpPr txBox="1"/>
          <p:nvPr/>
        </p:nvSpPr>
        <p:spPr>
          <a:xfrm>
            <a:off x="7515940" y="4265725"/>
            <a:ext cx="1812617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Rotate</a:t>
            </a:r>
            <a:endParaRPr lang="ko-KR" alt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6FD52FD-2DD4-3003-943B-12A403D721EE}"/>
              </a:ext>
            </a:extLst>
          </p:cNvPr>
          <p:cNvSpPr txBox="1"/>
          <p:nvPr/>
        </p:nvSpPr>
        <p:spPr>
          <a:xfrm>
            <a:off x="7515940" y="4721610"/>
            <a:ext cx="1812617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PAN</a:t>
            </a:r>
            <a:endParaRPr lang="ko-KR" alt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6FB03B9-491A-3EFD-A719-70265B9DE70F}"/>
              </a:ext>
            </a:extLst>
          </p:cNvPr>
          <p:cNvSpPr txBox="1"/>
          <p:nvPr/>
        </p:nvSpPr>
        <p:spPr>
          <a:xfrm>
            <a:off x="7515940" y="5177495"/>
            <a:ext cx="1812617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Zoom</a:t>
            </a:r>
            <a:endParaRPr lang="ko-KR" altLang="en-US" dirty="0"/>
          </a:p>
        </p:txBody>
      </p:sp>
      <p:cxnSp>
        <p:nvCxnSpPr>
          <p:cNvPr id="101" name="연결선: 꺾임 100">
            <a:extLst>
              <a:ext uri="{FF2B5EF4-FFF2-40B4-BE49-F238E27FC236}">
                <a16:creationId xmlns:a16="http://schemas.microsoft.com/office/drawing/2014/main" id="{4C41578F-C82B-D99C-B1B6-7E83697C80D1}"/>
              </a:ext>
            </a:extLst>
          </p:cNvPr>
          <p:cNvCxnSpPr>
            <a:cxnSpLocks/>
            <a:endCxn id="97" idx="1"/>
          </p:cNvCxnSpPr>
          <p:nvPr/>
        </p:nvCxnSpPr>
        <p:spPr>
          <a:xfrm rot="16200000" flipH="1">
            <a:off x="3269350" y="1115570"/>
            <a:ext cx="4599905" cy="38932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DB1C8FC2-A280-C363-F91B-6E58CDC33CBC}"/>
              </a:ext>
            </a:extLst>
          </p:cNvPr>
          <p:cNvCxnSpPr>
            <a:cxnSpLocks/>
            <a:endCxn id="96" idx="1"/>
          </p:cNvCxnSpPr>
          <p:nvPr/>
        </p:nvCxnSpPr>
        <p:spPr>
          <a:xfrm rot="16200000" flipH="1">
            <a:off x="3690552" y="1080888"/>
            <a:ext cx="4141128" cy="35096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연결선: 꺾임 104">
            <a:extLst>
              <a:ext uri="{FF2B5EF4-FFF2-40B4-BE49-F238E27FC236}">
                <a16:creationId xmlns:a16="http://schemas.microsoft.com/office/drawing/2014/main" id="{3DB4E7FD-5E80-B17D-FEFE-C80EE3750037}"/>
              </a:ext>
            </a:extLst>
          </p:cNvPr>
          <p:cNvCxnSpPr>
            <a:cxnSpLocks/>
            <a:endCxn id="95" idx="1"/>
          </p:cNvCxnSpPr>
          <p:nvPr/>
        </p:nvCxnSpPr>
        <p:spPr>
          <a:xfrm rot="16200000" flipH="1">
            <a:off x="4103251" y="1037701"/>
            <a:ext cx="3688135" cy="31372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328C975E-A2BE-A182-FD10-E625FE755BB3}"/>
              </a:ext>
            </a:extLst>
          </p:cNvPr>
          <p:cNvCxnSpPr>
            <a:cxnSpLocks/>
            <a:endCxn id="94" idx="1"/>
          </p:cNvCxnSpPr>
          <p:nvPr/>
        </p:nvCxnSpPr>
        <p:spPr>
          <a:xfrm rot="16200000" flipH="1">
            <a:off x="4518516" y="997081"/>
            <a:ext cx="3231823" cy="27630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EE8DE3D0-3BA5-7A37-EFEB-C81DC33C3EE5}"/>
              </a:ext>
            </a:extLst>
          </p:cNvPr>
          <p:cNvCxnSpPr>
            <a:cxnSpLocks/>
            <a:endCxn id="93" idx="1"/>
          </p:cNvCxnSpPr>
          <p:nvPr/>
        </p:nvCxnSpPr>
        <p:spPr>
          <a:xfrm rot="16200000" flipH="1">
            <a:off x="4923723" y="965549"/>
            <a:ext cx="2795510" cy="23889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016686E3-CAF3-27D6-2174-548DDAEA7723}"/>
              </a:ext>
            </a:extLst>
          </p:cNvPr>
          <p:cNvCxnSpPr>
            <a:cxnSpLocks/>
            <a:endCxn id="92" idx="1"/>
          </p:cNvCxnSpPr>
          <p:nvPr/>
        </p:nvCxnSpPr>
        <p:spPr>
          <a:xfrm rot="16200000" flipH="1">
            <a:off x="5328127" y="935249"/>
            <a:ext cx="2360806" cy="20148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연결선: 꺾임 116">
            <a:extLst>
              <a:ext uri="{FF2B5EF4-FFF2-40B4-BE49-F238E27FC236}">
                <a16:creationId xmlns:a16="http://schemas.microsoft.com/office/drawing/2014/main" id="{36366895-899F-EB3B-EA36-49E27D5FD86C}"/>
              </a:ext>
            </a:extLst>
          </p:cNvPr>
          <p:cNvCxnSpPr>
            <a:stCxn id="27" idx="2"/>
            <a:endCxn id="73" idx="1"/>
          </p:cNvCxnSpPr>
          <p:nvPr/>
        </p:nvCxnSpPr>
        <p:spPr>
          <a:xfrm rot="16200000" flipH="1">
            <a:off x="104645" y="890802"/>
            <a:ext cx="1705984" cy="14488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1ADFEE3A-8BAE-3180-B1EA-3AD4C95B6B50}"/>
              </a:ext>
            </a:extLst>
          </p:cNvPr>
          <p:cNvCxnSpPr>
            <a:stCxn id="29" idx="2"/>
            <a:endCxn id="74" idx="1"/>
          </p:cNvCxnSpPr>
          <p:nvPr/>
        </p:nvCxnSpPr>
        <p:spPr>
          <a:xfrm rot="16200000" flipH="1">
            <a:off x="505307" y="873937"/>
            <a:ext cx="1284990" cy="10659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연결선: 꺾임 120">
            <a:extLst>
              <a:ext uri="{FF2B5EF4-FFF2-40B4-BE49-F238E27FC236}">
                <a16:creationId xmlns:a16="http://schemas.microsoft.com/office/drawing/2014/main" id="{12FF6257-3AD0-9AEA-FDD5-048311E69E81}"/>
              </a:ext>
            </a:extLst>
          </p:cNvPr>
          <p:cNvCxnSpPr>
            <a:stCxn id="35" idx="2"/>
            <a:endCxn id="75" idx="1"/>
          </p:cNvCxnSpPr>
          <p:nvPr/>
        </p:nvCxnSpPr>
        <p:spPr>
          <a:xfrm rot="16200000" flipH="1">
            <a:off x="905551" y="844790"/>
            <a:ext cx="868307" cy="7032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연결선: 꺾임 122">
            <a:extLst>
              <a:ext uri="{FF2B5EF4-FFF2-40B4-BE49-F238E27FC236}">
                <a16:creationId xmlns:a16="http://schemas.microsoft.com/office/drawing/2014/main" id="{F13AAD84-1054-7EBC-CD23-7DAF8BC58C04}"/>
              </a:ext>
            </a:extLst>
          </p:cNvPr>
          <p:cNvCxnSpPr>
            <a:stCxn id="39" idx="2"/>
            <a:endCxn id="76" idx="1"/>
          </p:cNvCxnSpPr>
          <p:nvPr/>
        </p:nvCxnSpPr>
        <p:spPr>
          <a:xfrm rot="16200000" flipH="1">
            <a:off x="1300604" y="821005"/>
            <a:ext cx="449468" cy="3319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7EB0A66C-84A9-FAEF-1569-0FC2A33BFB66}"/>
              </a:ext>
            </a:extLst>
          </p:cNvPr>
          <p:cNvSpPr txBox="1"/>
          <p:nvPr/>
        </p:nvSpPr>
        <p:spPr>
          <a:xfrm>
            <a:off x="7515939" y="1628473"/>
            <a:ext cx="1812617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Select Filter</a:t>
            </a:r>
            <a:endParaRPr lang="ko-KR" altLang="en-US" dirty="0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9B156802-85CE-1126-474A-4D606ABA0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5FF3D138-F085-CE29-6203-54122D6F00EF}"/>
              </a:ext>
            </a:extLst>
          </p:cNvPr>
          <p:cNvSpPr/>
          <p:nvPr/>
        </p:nvSpPr>
        <p:spPr>
          <a:xfrm>
            <a:off x="0" y="-1"/>
            <a:ext cx="12192000" cy="34919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EAFA001D-6A77-D5F8-AA28-AAA32D4372F4}"/>
              </a:ext>
            </a:extLst>
          </p:cNvPr>
          <p:cNvSpPr txBox="1"/>
          <p:nvPr/>
        </p:nvSpPr>
        <p:spPr>
          <a:xfrm>
            <a:off x="7515939" y="1206836"/>
            <a:ext cx="1812617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Object Snap</a:t>
            </a:r>
            <a:endParaRPr lang="ko-KR" altLang="en-US" dirty="0"/>
          </a:p>
        </p:txBody>
      </p:sp>
      <p:pic>
        <p:nvPicPr>
          <p:cNvPr id="160" name="그림 159">
            <a:extLst>
              <a:ext uri="{FF2B5EF4-FFF2-40B4-BE49-F238E27FC236}">
                <a16:creationId xmlns:a16="http://schemas.microsoft.com/office/drawing/2014/main" id="{171EF08F-A8D5-8EA2-07E9-FE9D69476A2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5" y="17297"/>
            <a:ext cx="320000" cy="320000"/>
          </a:xfrm>
          <a:prstGeom prst="rect">
            <a:avLst/>
          </a:prstGeom>
          <a:ln>
            <a:noFill/>
          </a:ln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E2EA483A-63B9-7079-B554-C4A8C8F61BE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5518230"/>
            <a:ext cx="914286" cy="9142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4" name="TextBox 163">
            <a:extLst>
              <a:ext uri="{FF2B5EF4-FFF2-40B4-BE49-F238E27FC236}">
                <a16:creationId xmlns:a16="http://schemas.microsoft.com/office/drawing/2014/main" id="{A45D8628-E384-5AB2-CA80-F8C7E13F6C74}"/>
              </a:ext>
            </a:extLst>
          </p:cNvPr>
          <p:cNvSpPr txBox="1"/>
          <p:nvPr/>
        </p:nvSpPr>
        <p:spPr>
          <a:xfrm>
            <a:off x="1315288" y="5790707"/>
            <a:ext cx="1716110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Cube or Axis</a:t>
            </a:r>
            <a:endParaRPr lang="ko-KR" altLang="en-US" dirty="0"/>
          </a:p>
        </p:txBody>
      </p:sp>
      <p:cxnSp>
        <p:nvCxnSpPr>
          <p:cNvPr id="168" name="직선 화살표 연결선 167">
            <a:extLst>
              <a:ext uri="{FF2B5EF4-FFF2-40B4-BE49-F238E27FC236}">
                <a16:creationId xmlns:a16="http://schemas.microsoft.com/office/drawing/2014/main" id="{7FC321C4-FC9D-5582-FADF-E1CD2779A3FD}"/>
              </a:ext>
            </a:extLst>
          </p:cNvPr>
          <p:cNvCxnSpPr>
            <a:stCxn id="162" idx="3"/>
            <a:endCxn id="164" idx="1"/>
          </p:cNvCxnSpPr>
          <p:nvPr/>
        </p:nvCxnSpPr>
        <p:spPr>
          <a:xfrm>
            <a:off x="964620" y="5975373"/>
            <a:ext cx="3506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0" name="그림 169" descr="텍스트이(가) 표시된 사진&#10;&#10;자동 생성된 설명">
            <a:extLst>
              <a:ext uri="{FF2B5EF4-FFF2-40B4-BE49-F238E27FC236}">
                <a16:creationId xmlns:a16="http://schemas.microsoft.com/office/drawing/2014/main" id="{82ECD67D-F630-DF0E-3ACA-5596A4EEAB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121" y="17297"/>
            <a:ext cx="320000" cy="320000"/>
          </a:xfrm>
          <a:prstGeom prst="rect">
            <a:avLst/>
          </a:prstGeom>
        </p:spPr>
      </p:pic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CBDD0FC9-92DD-3296-602D-9F4C25ADCBE1}"/>
              </a:ext>
            </a:extLst>
          </p:cNvPr>
          <p:cNvSpPr/>
          <p:nvPr/>
        </p:nvSpPr>
        <p:spPr>
          <a:xfrm>
            <a:off x="0" y="6476744"/>
            <a:ext cx="12192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21C7EF5D-F0CA-D629-7748-B6932D3CEA2D}"/>
              </a:ext>
            </a:extLst>
          </p:cNvPr>
          <p:cNvCxnSpPr>
            <a:cxnSpLocks/>
            <a:endCxn id="91" idx="1"/>
          </p:cNvCxnSpPr>
          <p:nvPr/>
        </p:nvCxnSpPr>
        <p:spPr>
          <a:xfrm rot="16200000" flipH="1">
            <a:off x="5740642" y="909057"/>
            <a:ext cx="1916486" cy="16341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4F32E4AB-217B-EDB0-96A0-60EEDAD8E048}"/>
              </a:ext>
            </a:extLst>
          </p:cNvPr>
          <p:cNvCxnSpPr>
            <a:cxnSpLocks/>
            <a:endCxn id="87" idx="1"/>
          </p:cNvCxnSpPr>
          <p:nvPr/>
        </p:nvCxnSpPr>
        <p:spPr>
          <a:xfrm rot="16200000" flipH="1">
            <a:off x="6150543" y="878119"/>
            <a:ext cx="1480287" cy="12609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30E35B60-E4DB-8151-74C1-1F74BF962F27}"/>
              </a:ext>
            </a:extLst>
          </p:cNvPr>
          <p:cNvCxnSpPr>
            <a:cxnSpLocks/>
            <a:endCxn id="143" idx="1"/>
          </p:cNvCxnSpPr>
          <p:nvPr/>
        </p:nvCxnSpPr>
        <p:spPr>
          <a:xfrm rot="16200000" flipH="1">
            <a:off x="6553059" y="850259"/>
            <a:ext cx="1045270" cy="8804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D76EDE7A-5E7C-5511-8E47-B0E18706CE37}"/>
              </a:ext>
            </a:extLst>
          </p:cNvPr>
          <p:cNvCxnSpPr>
            <a:cxnSpLocks/>
            <a:endCxn id="154" idx="1"/>
          </p:cNvCxnSpPr>
          <p:nvPr/>
        </p:nvCxnSpPr>
        <p:spPr>
          <a:xfrm rot="16200000" flipH="1">
            <a:off x="6953772" y="829334"/>
            <a:ext cx="619721" cy="5046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그림 78">
            <a:extLst>
              <a:ext uri="{FF2B5EF4-FFF2-40B4-BE49-F238E27FC236}">
                <a16:creationId xmlns:a16="http://schemas.microsoft.com/office/drawing/2014/main" id="{2C9F61C1-2165-8DFD-7A8B-E6EAC39CC67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69528304-CE2D-380F-D194-1C754AD6899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1" name="그림 80">
            <a:extLst>
              <a:ext uri="{FF2B5EF4-FFF2-40B4-BE49-F238E27FC236}">
                <a16:creationId xmlns:a16="http://schemas.microsoft.com/office/drawing/2014/main" id="{80D72494-485C-B074-7C58-5686643D84D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63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2" name="그림 81">
            <a:extLst>
              <a:ext uri="{FF2B5EF4-FFF2-40B4-BE49-F238E27FC236}">
                <a16:creationId xmlns:a16="http://schemas.microsoft.com/office/drawing/2014/main" id="{92C5247E-6793-C83B-E409-60A4DF4F8F7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10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F2587AA4-786C-3AAE-6DEF-84D2098CE1E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5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C488E4EC-A695-94A4-EDD5-717AD8F7BE6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161EB3F3-00A1-E8FA-31A1-6E150AEFD8B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53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6" name="그림 85" descr="텍스트, 구급 상자, 클립아트이(가) 표시된 사진&#10;&#10;자동 생성된 설명">
            <a:extLst>
              <a:ext uri="{FF2B5EF4-FFF2-40B4-BE49-F238E27FC236}">
                <a16:creationId xmlns:a16="http://schemas.microsoft.com/office/drawing/2014/main" id="{875F6750-5CFC-012A-D14B-EFC06F25AD2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00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8" name="그림 87" descr="텍스트, 밤하늘이(가) 표시된 사진&#10;&#10;자동 생성된 설명">
            <a:extLst>
              <a:ext uri="{FF2B5EF4-FFF2-40B4-BE49-F238E27FC236}">
                <a16:creationId xmlns:a16="http://schemas.microsoft.com/office/drawing/2014/main" id="{68B0177E-F52C-9591-9A92-B1CB163B763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4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0E476F2A-D0AE-7103-8A11-76B33982D58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377162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테니스, 공이(가) 표시된 사진&#10;&#10;자동 생성된 설명">
            <a:extLst>
              <a:ext uri="{FF2B5EF4-FFF2-40B4-BE49-F238E27FC236}">
                <a16:creationId xmlns:a16="http://schemas.microsoft.com/office/drawing/2014/main" id="{227C624B-1F24-5389-2B80-CB10BE247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2" y="76761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A5255D4-382B-9F13-6F97-C2CC79FA6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394359"/>
            <a:ext cx="365714" cy="365714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</p:pic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F56758B0-52BD-F4DE-9044-C42881498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1140865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CAA4B5D-5BFD-06C9-F7BF-90D26F900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1" y="151411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9" name="그림 18" descr="텍스트, 시계, 손목시계, 게이지이(가) 표시된 사진&#10;&#10;자동 생성된 설명">
            <a:extLst>
              <a:ext uri="{FF2B5EF4-FFF2-40B4-BE49-F238E27FC236}">
                <a16:creationId xmlns:a16="http://schemas.microsoft.com/office/drawing/2014/main" id="{685D6ECC-1812-1B40-DA1D-6B4CA3A60B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0" y="188737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7A862DD-D00A-040E-0464-9C517E59D3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9" y="2270149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DF34E02-4877-E447-50F8-27C79D2281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302065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CE01867-5CA8-5509-7560-1229B16BDC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396543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7A2938E-712C-C518-CCCA-DD3D675098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6" y="39869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0C8C315-8180-9BD3-532A-69DA952BE6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29" y="39654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5E141C1-51A8-6177-B035-DEC6D82BFC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496" y="39654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41" name="그림 40" descr="케이스이(가) 표시된 사진&#10;&#10;자동 생성된 설명">
            <a:extLst>
              <a:ext uri="{FF2B5EF4-FFF2-40B4-BE49-F238E27FC236}">
                <a16:creationId xmlns:a16="http://schemas.microsoft.com/office/drawing/2014/main" id="{169104D5-64AB-46D9-1F75-18060F3B4D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264425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9B156802-85CE-1126-474A-4D606ABA0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5FF3D138-F085-CE29-6203-54122D6F00EF}"/>
              </a:ext>
            </a:extLst>
          </p:cNvPr>
          <p:cNvSpPr/>
          <p:nvPr/>
        </p:nvSpPr>
        <p:spPr>
          <a:xfrm>
            <a:off x="0" y="0"/>
            <a:ext cx="12192000" cy="34631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0" name="그림 159">
            <a:extLst>
              <a:ext uri="{FF2B5EF4-FFF2-40B4-BE49-F238E27FC236}">
                <a16:creationId xmlns:a16="http://schemas.microsoft.com/office/drawing/2014/main" id="{171EF08F-A8D5-8EA2-07E9-FE9D69476A2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0000" cy="320000"/>
          </a:xfrm>
          <a:prstGeom prst="rect">
            <a:avLst/>
          </a:prstGeom>
          <a:ln>
            <a:noFill/>
          </a:ln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E2EA483A-63B9-7079-B554-C4A8C8F61BE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5518230"/>
            <a:ext cx="914286" cy="9142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0" name="그림 169" descr="텍스트이(가) 표시된 사진&#10;&#10;자동 생성된 설명">
            <a:extLst>
              <a:ext uri="{FF2B5EF4-FFF2-40B4-BE49-F238E27FC236}">
                <a16:creationId xmlns:a16="http://schemas.microsoft.com/office/drawing/2014/main" id="{82ECD67D-F630-DF0E-3ACA-5596A4EEAB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121" y="9571"/>
            <a:ext cx="320000" cy="320000"/>
          </a:xfrm>
          <a:prstGeom prst="rect">
            <a:avLst/>
          </a:prstGeom>
        </p:spPr>
      </p:pic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CBDD0FC9-92DD-3296-602D-9F4C25ADCBE1}"/>
              </a:ext>
            </a:extLst>
          </p:cNvPr>
          <p:cNvSpPr/>
          <p:nvPr/>
        </p:nvSpPr>
        <p:spPr>
          <a:xfrm>
            <a:off x="0" y="6480362"/>
            <a:ext cx="12192000" cy="3657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181A22F-9B06-A597-57A6-8D359CF31F9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33" y="2117205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209E720-E954-D541-CCD2-20C85303B12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33" y="251607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0FA369-B96B-E756-EE97-76D0486EEDAD}"/>
              </a:ext>
            </a:extLst>
          </p:cNvPr>
          <p:cNvSpPr txBox="1"/>
          <p:nvPr/>
        </p:nvSpPr>
        <p:spPr>
          <a:xfrm>
            <a:off x="922949" y="2110730"/>
            <a:ext cx="15726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Zoom Area</a:t>
            </a:r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F8BC309-2A9A-EFD1-DB7A-19FF3647E534}"/>
              </a:ext>
            </a:extLst>
          </p:cNvPr>
          <p:cNvSpPr txBox="1"/>
          <p:nvPr/>
        </p:nvSpPr>
        <p:spPr>
          <a:xfrm>
            <a:off x="922950" y="2512463"/>
            <a:ext cx="15726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Object Zoom</a:t>
            </a:r>
            <a:endParaRPr lang="ko-KR" alt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78AF909-7822-E271-3A35-022AA03A0734}"/>
              </a:ext>
            </a:extLst>
          </p:cNvPr>
          <p:cNvSpPr txBox="1"/>
          <p:nvPr/>
        </p:nvSpPr>
        <p:spPr>
          <a:xfrm>
            <a:off x="921515" y="1702705"/>
            <a:ext cx="15726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Zoom Fit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FD23F50-B756-7544-816F-D92F0F099DF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633" y="1712049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F7D2D65D-15A3-83BA-7DB9-9AE76537EAFA}"/>
              </a:ext>
            </a:extLst>
          </p:cNvPr>
          <p:cNvCxnSpPr>
            <a:cxnSpLocks/>
            <a:endCxn id="88" idx="0"/>
          </p:cNvCxnSpPr>
          <p:nvPr/>
        </p:nvCxnSpPr>
        <p:spPr>
          <a:xfrm rot="10800000" flipV="1">
            <a:off x="1707817" y="579399"/>
            <a:ext cx="1741517" cy="11233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그림 97">
            <a:extLst>
              <a:ext uri="{FF2B5EF4-FFF2-40B4-BE49-F238E27FC236}">
                <a16:creationId xmlns:a16="http://schemas.microsoft.com/office/drawing/2014/main" id="{E9DD2FDB-85DB-7EFC-B671-3313031406C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7924" y="171759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66B7B63A-16BA-1857-B139-B42A47081C80}"/>
              </a:ext>
            </a:extLst>
          </p:cNvPr>
          <p:cNvSpPr txBox="1"/>
          <p:nvPr/>
        </p:nvSpPr>
        <p:spPr>
          <a:xfrm>
            <a:off x="3163166" y="1717205"/>
            <a:ext cx="55868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Pan</a:t>
            </a:r>
            <a:endParaRPr lang="ko-KR" altLang="en-US" dirty="0"/>
          </a:p>
        </p:txBody>
      </p:sp>
      <p:pic>
        <p:nvPicPr>
          <p:cNvPr id="100" name="그림 99">
            <a:extLst>
              <a:ext uri="{FF2B5EF4-FFF2-40B4-BE49-F238E27FC236}">
                <a16:creationId xmlns:a16="http://schemas.microsoft.com/office/drawing/2014/main" id="{A5305618-61E8-17D0-AD3C-EC47547E227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733" y="1700254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FE9FFCF3-F683-1D90-5CCF-7F25620E76C2}"/>
              </a:ext>
            </a:extLst>
          </p:cNvPr>
          <p:cNvSpPr txBox="1"/>
          <p:nvPr/>
        </p:nvSpPr>
        <p:spPr>
          <a:xfrm>
            <a:off x="4291130" y="1695166"/>
            <a:ext cx="24111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Rotate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D9104C8-BAC9-755F-2888-FDE5F7B0218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733" y="2101733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D12CF430-4234-94CE-8789-EE5828EEF7A7}"/>
              </a:ext>
            </a:extLst>
          </p:cNvPr>
          <p:cNvSpPr txBox="1"/>
          <p:nvPr/>
        </p:nvSpPr>
        <p:spPr>
          <a:xfrm>
            <a:off x="4291420" y="2099811"/>
            <a:ext cx="24111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Rotation Center</a:t>
            </a:r>
            <a:endParaRPr lang="ko-KR" alt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EB55A19-B05B-CBE1-5B0C-B2C4DCDDDAF2}"/>
              </a:ext>
            </a:extLst>
          </p:cNvPr>
          <p:cNvSpPr txBox="1"/>
          <p:nvPr/>
        </p:nvSpPr>
        <p:spPr>
          <a:xfrm>
            <a:off x="4289134" y="2500693"/>
            <a:ext cx="24111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Turntable </a:t>
            </a:r>
            <a:r>
              <a:rPr lang="en-US" altLang="ko-KR" dirty="0">
                <a:solidFill>
                  <a:srgbClr val="FF0000"/>
                </a:solidFill>
              </a:rPr>
              <a:t>(Icon </a:t>
            </a:r>
            <a:r>
              <a:rPr lang="ko-KR" altLang="en-US" dirty="0">
                <a:solidFill>
                  <a:srgbClr val="FF0000"/>
                </a:solidFill>
              </a:rPr>
              <a:t>변경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80684D12-8728-32C2-C7B8-0B54FD72E9C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8183" y="250523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E695D4E1-3800-F445-B1DD-A516A9941945}"/>
              </a:ext>
            </a:extLst>
          </p:cNvPr>
          <p:cNvCxnSpPr>
            <a:cxnSpLocks/>
            <a:endCxn id="99" idx="0"/>
          </p:cNvCxnSpPr>
          <p:nvPr/>
        </p:nvCxnSpPr>
        <p:spPr>
          <a:xfrm rot="5400000">
            <a:off x="3248373" y="959284"/>
            <a:ext cx="952057" cy="56378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780A4EF0-626B-620F-B0CA-6643B1F5EC55}"/>
              </a:ext>
            </a:extLst>
          </p:cNvPr>
          <p:cNvCxnSpPr>
            <a:cxnSpLocks/>
            <a:endCxn id="102" idx="0"/>
          </p:cNvCxnSpPr>
          <p:nvPr/>
        </p:nvCxnSpPr>
        <p:spPr>
          <a:xfrm rot="16200000" flipH="1">
            <a:off x="4471256" y="669696"/>
            <a:ext cx="932910" cy="1118030"/>
          </a:xfrm>
          <a:prstGeom prst="bentConnector3">
            <a:avLst>
              <a:gd name="adj1" fmla="val 6190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E0DBFF04-234B-D071-3639-362E69C48B62}"/>
              </a:ext>
            </a:extLst>
          </p:cNvPr>
          <p:cNvSpPr txBox="1"/>
          <p:nvPr/>
        </p:nvSpPr>
        <p:spPr>
          <a:xfrm>
            <a:off x="4295699" y="2907482"/>
            <a:ext cx="241119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Orbit </a:t>
            </a:r>
            <a:r>
              <a:rPr lang="en-US" altLang="ko-KR" dirty="0">
                <a:solidFill>
                  <a:srgbClr val="FF0000"/>
                </a:solidFill>
              </a:rPr>
              <a:t>(Icon </a:t>
            </a:r>
            <a:r>
              <a:rPr lang="ko-KR" altLang="en-US" dirty="0">
                <a:solidFill>
                  <a:srgbClr val="FF0000"/>
                </a:solidFill>
              </a:rPr>
              <a:t>변경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12" name="그림 111">
            <a:extLst>
              <a:ext uri="{FF2B5EF4-FFF2-40B4-BE49-F238E27FC236}">
                <a16:creationId xmlns:a16="http://schemas.microsoft.com/office/drawing/2014/main" id="{7FB64DBC-B476-D7CE-0922-433CCF55A45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664" y="291202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1AFFF46-D263-9581-014D-42D40B80837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260" y="2099811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EAD5717-5052-67A5-0AE0-04F143C24A4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279" y="169328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0" name="그림 39" descr="텍스트, 테이블, 클립아트이(가) 표시된 사진&#10;&#10;자동 생성된 설명">
            <a:extLst>
              <a:ext uri="{FF2B5EF4-FFF2-40B4-BE49-F238E27FC236}">
                <a16:creationId xmlns:a16="http://schemas.microsoft.com/office/drawing/2014/main" id="{6CD46FF1-1C41-DB2F-C64F-5C461D01635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279" y="251164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DD4E61D5-6143-24FA-81D3-5E0706153DB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279" y="2911100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0" name="그림 119">
            <a:extLst>
              <a:ext uri="{FF2B5EF4-FFF2-40B4-BE49-F238E27FC236}">
                <a16:creationId xmlns:a16="http://schemas.microsoft.com/office/drawing/2014/main" id="{99B78E39-DC3F-63D2-6B9B-02CAA960152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279" y="331814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2" name="TextBox 121">
            <a:extLst>
              <a:ext uri="{FF2B5EF4-FFF2-40B4-BE49-F238E27FC236}">
                <a16:creationId xmlns:a16="http://schemas.microsoft.com/office/drawing/2014/main" id="{DABEE38B-5CE9-8BD5-D510-99DA9CC6BFF2}"/>
              </a:ext>
            </a:extLst>
          </p:cNvPr>
          <p:cNvSpPr txBox="1"/>
          <p:nvPr/>
        </p:nvSpPr>
        <p:spPr>
          <a:xfrm>
            <a:off x="7355851" y="1688620"/>
            <a:ext cx="25593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Shade</a:t>
            </a:r>
            <a:endParaRPr lang="ko-KR" alt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7B456B5-5725-9BE8-9AAB-C8DCBFEE66EF}"/>
              </a:ext>
            </a:extLst>
          </p:cNvPr>
          <p:cNvSpPr txBox="1"/>
          <p:nvPr/>
        </p:nvSpPr>
        <p:spPr>
          <a:xfrm>
            <a:off x="7362302" y="2098002"/>
            <a:ext cx="25593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Shade with Edges</a:t>
            </a:r>
            <a:endParaRPr lang="ko-KR" alt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4E0D097-70C9-EEBE-2670-B2690BFB05EA}"/>
              </a:ext>
            </a:extLst>
          </p:cNvPr>
          <p:cNvSpPr txBox="1"/>
          <p:nvPr/>
        </p:nvSpPr>
        <p:spPr>
          <a:xfrm>
            <a:off x="7362302" y="2500693"/>
            <a:ext cx="25593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Wireframe</a:t>
            </a:r>
            <a:endParaRPr lang="ko-KR" alt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81AAACB-E04D-4F68-2863-85A22E3E7AC1}"/>
              </a:ext>
            </a:extLst>
          </p:cNvPr>
          <p:cNvSpPr txBox="1"/>
          <p:nvPr/>
        </p:nvSpPr>
        <p:spPr>
          <a:xfrm>
            <a:off x="7362302" y="2906103"/>
            <a:ext cx="25593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Hidden Line Remove</a:t>
            </a:r>
            <a:endParaRPr lang="ko-KR" alt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9AECD61-97FD-6CFA-BDF9-9CF30AC02595}"/>
              </a:ext>
            </a:extLst>
          </p:cNvPr>
          <p:cNvSpPr txBox="1"/>
          <p:nvPr/>
        </p:nvSpPr>
        <p:spPr>
          <a:xfrm>
            <a:off x="7362302" y="3314531"/>
            <a:ext cx="255936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Tessellated </a:t>
            </a:r>
            <a:r>
              <a:rPr lang="en-US" altLang="ko-KR" dirty="0">
                <a:solidFill>
                  <a:srgbClr val="FF0000"/>
                </a:solidFill>
              </a:rPr>
              <a:t>(Icon </a:t>
            </a:r>
            <a:r>
              <a:rPr lang="ko-KR" altLang="en-US" dirty="0">
                <a:solidFill>
                  <a:srgbClr val="FF0000"/>
                </a:solidFill>
              </a:rPr>
              <a:t>변경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/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8AA718D4-F636-AC81-2DDF-B2F83FE6742A}"/>
              </a:ext>
            </a:extLst>
          </p:cNvPr>
          <p:cNvCxnSpPr>
            <a:cxnSpLocks/>
            <a:endCxn id="122" idx="0"/>
          </p:cNvCxnSpPr>
          <p:nvPr/>
        </p:nvCxnSpPr>
        <p:spPr>
          <a:xfrm rot="16200000" flipH="1">
            <a:off x="6231256" y="-715659"/>
            <a:ext cx="925937" cy="38826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그림 61">
            <a:extLst>
              <a:ext uri="{FF2B5EF4-FFF2-40B4-BE49-F238E27FC236}">
                <a16:creationId xmlns:a16="http://schemas.microsoft.com/office/drawing/2014/main" id="{7354B1E8-BE27-B9F8-4121-EB06CE14600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305DD1A2-4F1E-A8ED-0B55-DC0BF2E55BB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9BBB5131-8964-FA45-D57D-083E23E56BA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63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3DF60E23-7824-DCF4-2928-A62CF2E98A4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10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DF9D1DE3-8B33-E714-42F5-2162BBA48B0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5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416336BC-C9DB-B1C8-D8D4-D1F974877D2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2700649B-2116-3DAF-85DD-E3333E0AD48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53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69" name="그림 68" descr="텍스트, 구급 상자, 클립아트이(가) 표시된 사진&#10;&#10;자동 생성된 설명">
            <a:extLst>
              <a:ext uri="{FF2B5EF4-FFF2-40B4-BE49-F238E27FC236}">
                <a16:creationId xmlns:a16="http://schemas.microsoft.com/office/drawing/2014/main" id="{DCB0EA29-FB53-6C0B-818D-897A79860C1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00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70" name="그림 69" descr="텍스트, 밤하늘이(가) 표시된 사진&#10;&#10;자동 생성된 설명">
            <a:extLst>
              <a:ext uri="{FF2B5EF4-FFF2-40B4-BE49-F238E27FC236}">
                <a16:creationId xmlns:a16="http://schemas.microsoft.com/office/drawing/2014/main" id="{670656EE-AF63-86A6-A550-C850DD94572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4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6AB33E1D-4DDE-A345-7B02-3FCF78E33614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77919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테니스, 공이(가) 표시된 사진&#10;&#10;자동 생성된 설명">
            <a:extLst>
              <a:ext uri="{FF2B5EF4-FFF2-40B4-BE49-F238E27FC236}">
                <a16:creationId xmlns:a16="http://schemas.microsoft.com/office/drawing/2014/main" id="{227C624B-1F24-5389-2B80-CB10BE247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2" y="76761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A5255D4-382B-9F13-6F97-C2CC79FA6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394359"/>
            <a:ext cx="365714" cy="365714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</p:pic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F56758B0-52BD-F4DE-9044-C42881498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1140865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CAA4B5D-5BFD-06C9-F7BF-90D26F900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1" y="151411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9" name="그림 18" descr="텍스트, 시계, 손목시계, 게이지이(가) 표시된 사진&#10;&#10;자동 생성된 설명">
            <a:extLst>
              <a:ext uri="{FF2B5EF4-FFF2-40B4-BE49-F238E27FC236}">
                <a16:creationId xmlns:a16="http://schemas.microsoft.com/office/drawing/2014/main" id="{685D6ECC-1812-1B40-DA1D-6B4CA3A60B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0" y="188737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7A862DD-D00A-040E-0464-9C517E59D3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9" y="2270149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DF34E02-4877-E447-50F8-27C79D2281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302065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CE01867-5CA8-5509-7560-1229B16BDC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396543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7A2938E-712C-C518-CCCA-DD3D675098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6" y="39869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0C8C315-8180-9BD3-532A-69DA952BE6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29" y="39654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5E141C1-51A8-6177-B035-DEC6D82BFC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496" y="39654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41" name="그림 40" descr="케이스이(가) 표시된 사진&#10;&#10;자동 생성된 설명">
            <a:extLst>
              <a:ext uri="{FF2B5EF4-FFF2-40B4-BE49-F238E27FC236}">
                <a16:creationId xmlns:a16="http://schemas.microsoft.com/office/drawing/2014/main" id="{169104D5-64AB-46D9-1F75-18060F3B4D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264425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D3C00788-48DD-02CF-8B8A-2CF1CBF4FEF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691" y="2708594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9B156802-85CE-1126-474A-4D606ABA0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5FF3D138-F085-CE29-6203-54122D6F00EF}"/>
              </a:ext>
            </a:extLst>
          </p:cNvPr>
          <p:cNvSpPr/>
          <p:nvPr/>
        </p:nvSpPr>
        <p:spPr>
          <a:xfrm>
            <a:off x="0" y="-1"/>
            <a:ext cx="12192000" cy="34088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0" name="그림 159">
            <a:extLst>
              <a:ext uri="{FF2B5EF4-FFF2-40B4-BE49-F238E27FC236}">
                <a16:creationId xmlns:a16="http://schemas.microsoft.com/office/drawing/2014/main" id="{171EF08F-A8D5-8EA2-07E9-FE9D69476A2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97"/>
            <a:ext cx="320000" cy="320000"/>
          </a:xfrm>
          <a:prstGeom prst="rect">
            <a:avLst/>
          </a:prstGeom>
          <a:ln>
            <a:noFill/>
          </a:ln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E2EA483A-63B9-7079-B554-C4A8C8F61BE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5518230"/>
            <a:ext cx="914286" cy="9142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0" name="그림 169" descr="텍스트이(가) 표시된 사진&#10;&#10;자동 생성된 설명">
            <a:extLst>
              <a:ext uri="{FF2B5EF4-FFF2-40B4-BE49-F238E27FC236}">
                <a16:creationId xmlns:a16="http://schemas.microsoft.com/office/drawing/2014/main" id="{82ECD67D-F630-DF0E-3ACA-5596A4EEABF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121" y="9571"/>
            <a:ext cx="320000" cy="320000"/>
          </a:xfrm>
          <a:prstGeom prst="rect">
            <a:avLst/>
          </a:prstGeom>
        </p:spPr>
      </p:pic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CBDD0FC9-92DD-3296-602D-9F4C25ADCBE1}"/>
              </a:ext>
            </a:extLst>
          </p:cNvPr>
          <p:cNvSpPr/>
          <p:nvPr/>
        </p:nvSpPr>
        <p:spPr>
          <a:xfrm>
            <a:off x="0" y="6476744"/>
            <a:ext cx="12192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DABEE38B-5CE9-8BD5-D510-99DA9CC6BFF2}"/>
              </a:ext>
            </a:extLst>
          </p:cNvPr>
          <p:cNvSpPr txBox="1"/>
          <p:nvPr/>
        </p:nvSpPr>
        <p:spPr>
          <a:xfrm>
            <a:off x="579036" y="1499308"/>
            <a:ext cx="1414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Top</a:t>
            </a:r>
            <a:endParaRPr lang="ko-KR" altLang="en-US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7B456B5-5725-9BE8-9AAB-C8DCBFEE66EF}"/>
              </a:ext>
            </a:extLst>
          </p:cNvPr>
          <p:cNvSpPr txBox="1"/>
          <p:nvPr/>
        </p:nvSpPr>
        <p:spPr>
          <a:xfrm>
            <a:off x="585487" y="1914879"/>
            <a:ext cx="1414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Front</a:t>
            </a:r>
            <a:endParaRPr lang="ko-KR" altLang="en-US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4E0D097-70C9-EEBE-2670-B2690BFB05EA}"/>
              </a:ext>
            </a:extLst>
          </p:cNvPr>
          <p:cNvSpPr txBox="1"/>
          <p:nvPr/>
        </p:nvSpPr>
        <p:spPr>
          <a:xfrm>
            <a:off x="585487" y="2311381"/>
            <a:ext cx="1414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Left</a:t>
            </a:r>
            <a:endParaRPr lang="ko-KR" altLang="en-US" dirty="0"/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8AA718D4-F636-AC81-2DDF-B2F83FE6742A}"/>
              </a:ext>
            </a:extLst>
          </p:cNvPr>
          <p:cNvCxnSpPr>
            <a:cxnSpLocks/>
            <a:endCxn id="122" idx="0"/>
          </p:cNvCxnSpPr>
          <p:nvPr/>
        </p:nvCxnSpPr>
        <p:spPr>
          <a:xfrm rot="5400000">
            <a:off x="2838058" y="-789651"/>
            <a:ext cx="737052" cy="3840866"/>
          </a:xfrm>
          <a:prstGeom prst="bentConnector3">
            <a:avLst>
              <a:gd name="adj1" fmla="val 228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8FDD72C0-F01F-5640-0902-19FED448AEC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45" y="1511048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6F8C9F7-A9D3-3DDE-416B-E8DF8246533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92" y="192569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CC915E3-C232-1737-0C92-44E32F9106E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91" y="23302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5749A314-F2A2-A593-AD7C-1DF80D2878DB}"/>
              </a:ext>
            </a:extLst>
          </p:cNvPr>
          <p:cNvSpPr txBox="1"/>
          <p:nvPr/>
        </p:nvSpPr>
        <p:spPr>
          <a:xfrm>
            <a:off x="585487" y="2727316"/>
            <a:ext cx="1414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Bottom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D7FDF1-D244-1381-FB24-7167167BF288}"/>
              </a:ext>
            </a:extLst>
          </p:cNvPr>
          <p:cNvSpPr txBox="1"/>
          <p:nvPr/>
        </p:nvSpPr>
        <p:spPr>
          <a:xfrm>
            <a:off x="591938" y="3142887"/>
            <a:ext cx="1414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61A9A03-44FF-4737-E9B5-8A88462D4799}"/>
              </a:ext>
            </a:extLst>
          </p:cNvPr>
          <p:cNvSpPr txBox="1"/>
          <p:nvPr/>
        </p:nvSpPr>
        <p:spPr>
          <a:xfrm>
            <a:off x="591938" y="3539389"/>
            <a:ext cx="1414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Right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677EE6-4E94-1F13-B0F6-425FC55F11F2}"/>
              </a:ext>
            </a:extLst>
          </p:cNvPr>
          <p:cNvSpPr txBox="1"/>
          <p:nvPr/>
        </p:nvSpPr>
        <p:spPr>
          <a:xfrm>
            <a:off x="591938" y="3944338"/>
            <a:ext cx="1414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ISO</a:t>
            </a:r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047559E-FDB0-F6A9-F826-D0CA2BF1038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91" y="2743385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FB4B848E-5DCC-EE1A-26A0-2CC1958355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91" y="3156501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B2B6FF1C-560A-3C48-CDDE-ACD2E515F06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91" y="3558676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883D4FDE-5DCC-A731-B282-D9EFF2F0FF9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91" y="3958766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2D79A699-8412-E4B0-31EE-656D490C96B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53" y="4377950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D54C0A98-A998-FD3E-23A6-4014CC967FA3}"/>
              </a:ext>
            </a:extLst>
          </p:cNvPr>
          <p:cNvSpPr txBox="1"/>
          <p:nvPr/>
        </p:nvSpPr>
        <p:spPr>
          <a:xfrm>
            <a:off x="594032" y="4364406"/>
            <a:ext cx="1414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SE ISO</a:t>
            </a:r>
            <a:endParaRPr lang="ko-KR" altLang="en-US" dirty="0"/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597FAD4E-4F12-3829-8F84-7AF0DE9E5C6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91" y="477577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AFAD8CC9-20A4-2C5C-72E3-4F2963E455CC}"/>
              </a:ext>
            </a:extLst>
          </p:cNvPr>
          <p:cNvSpPr txBox="1"/>
          <p:nvPr/>
        </p:nvSpPr>
        <p:spPr>
          <a:xfrm>
            <a:off x="591938" y="4773965"/>
            <a:ext cx="141422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Perspective</a:t>
            </a:r>
            <a:endParaRPr lang="ko-KR" altLang="en-US" dirty="0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2CBC44B9-F5FB-289A-BA0B-D6ABF77585D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691" y="149856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F8284BE6-5ADF-72F5-57AF-E9BFDDCCDF0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691" y="1900243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E93EFDD-8993-7A80-D63E-DD3D1EA8F7F3}"/>
              </a:ext>
            </a:extLst>
          </p:cNvPr>
          <p:cNvSpPr txBox="1"/>
          <p:nvPr/>
        </p:nvSpPr>
        <p:spPr>
          <a:xfrm>
            <a:off x="2562381" y="1492798"/>
            <a:ext cx="2194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Show All Entity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45368C-404D-7C45-CBC1-CFC7CB214A1F}"/>
              </a:ext>
            </a:extLst>
          </p:cNvPr>
          <p:cNvSpPr txBox="1"/>
          <p:nvPr/>
        </p:nvSpPr>
        <p:spPr>
          <a:xfrm>
            <a:off x="2562381" y="1898434"/>
            <a:ext cx="2194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Hide Entity</a:t>
            </a:r>
            <a:endParaRPr lang="ko-KR" altLang="en-US" dirty="0"/>
          </a:p>
        </p:txBody>
      </p:sp>
      <p:pic>
        <p:nvPicPr>
          <p:cNvPr id="9" name="그림 8" descr="텍스트이(가) 표시된 사진&#10;&#10;자동 생성된 설명">
            <a:extLst>
              <a:ext uri="{FF2B5EF4-FFF2-40B4-BE49-F238E27FC236}">
                <a16:creationId xmlns:a16="http://schemas.microsoft.com/office/drawing/2014/main" id="{D5EDFD11-83B1-D1D6-7998-020E4EAE193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691" y="2311381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A385CDA-62A6-8A9E-FEF5-8C25DB00A94B}"/>
              </a:ext>
            </a:extLst>
          </p:cNvPr>
          <p:cNvSpPr txBox="1"/>
          <p:nvPr/>
        </p:nvSpPr>
        <p:spPr>
          <a:xfrm>
            <a:off x="2562381" y="2314828"/>
            <a:ext cx="2194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Show Only  Entity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B8882F-32B0-8C4B-F615-BD21CEF5821B}"/>
              </a:ext>
            </a:extLst>
          </p:cNvPr>
          <p:cNvSpPr txBox="1"/>
          <p:nvPr/>
        </p:nvSpPr>
        <p:spPr>
          <a:xfrm>
            <a:off x="2562381" y="2708594"/>
            <a:ext cx="2194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Hide / Show Mode</a:t>
            </a:r>
            <a:endParaRPr lang="ko-KR" altLang="en-US" dirty="0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B275EB05-8BD2-845D-6E4F-3629B05571F2}"/>
              </a:ext>
            </a:extLst>
          </p:cNvPr>
          <p:cNvCxnSpPr>
            <a:cxnSpLocks/>
            <a:endCxn id="56" idx="0"/>
          </p:cNvCxnSpPr>
          <p:nvPr/>
        </p:nvCxnSpPr>
        <p:spPr>
          <a:xfrm rot="5400000">
            <a:off x="4212971" y="206849"/>
            <a:ext cx="732725" cy="18391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그림 96">
            <a:extLst>
              <a:ext uri="{FF2B5EF4-FFF2-40B4-BE49-F238E27FC236}">
                <a16:creationId xmlns:a16="http://schemas.microsoft.com/office/drawing/2014/main" id="{63A70EEE-203A-5B44-0964-C4E4B4DFAA5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720" y="271221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1" name="그림 100" descr="옅은이(가) 표시된 사진&#10;&#10;자동 생성된 설명">
            <a:extLst>
              <a:ext uri="{FF2B5EF4-FFF2-40B4-BE49-F238E27FC236}">
                <a16:creationId xmlns:a16="http://schemas.microsoft.com/office/drawing/2014/main" id="{B31CD6D2-C795-B9F2-5A61-9D9B77A7237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720" y="1491478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5" name="그림 104" descr="옅은, 밤하늘이(가) 표시된 사진&#10;&#10;자동 생성된 설명">
            <a:extLst>
              <a:ext uri="{FF2B5EF4-FFF2-40B4-BE49-F238E27FC236}">
                <a16:creationId xmlns:a16="http://schemas.microsoft.com/office/drawing/2014/main" id="{0F4B685A-01ED-AAB4-AB9A-3A336628440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831" y="190413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63FA6544-410F-867C-B10E-D020A22E27F4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720" y="2312010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DF1FAAAD-447B-59FF-EEE6-4491CB62FE37}"/>
              </a:ext>
            </a:extLst>
          </p:cNvPr>
          <p:cNvSpPr txBox="1"/>
          <p:nvPr/>
        </p:nvSpPr>
        <p:spPr>
          <a:xfrm>
            <a:off x="5296964" y="1487860"/>
            <a:ext cx="2194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Shadow</a:t>
            </a:r>
            <a:endParaRPr lang="ko-KR" altLang="en-US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64F6D51-36BA-962D-116A-28917B99A4FE}"/>
              </a:ext>
            </a:extLst>
          </p:cNvPr>
          <p:cNvSpPr txBox="1"/>
          <p:nvPr/>
        </p:nvSpPr>
        <p:spPr>
          <a:xfrm>
            <a:off x="5296964" y="1898434"/>
            <a:ext cx="2194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Reflection</a:t>
            </a:r>
            <a:endParaRPr lang="ko-KR" altLang="en-US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C03F984-653A-DAF6-465A-FB313334C1DC}"/>
              </a:ext>
            </a:extLst>
          </p:cNvPr>
          <p:cNvSpPr txBox="1"/>
          <p:nvPr/>
        </p:nvSpPr>
        <p:spPr>
          <a:xfrm>
            <a:off x="5296964" y="2304888"/>
            <a:ext cx="2194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Ambient Occlusion</a:t>
            </a:r>
            <a:endParaRPr lang="ko-KR" altLang="en-US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240DBA1-979F-45A3-5CCC-136D7214A8EE}"/>
              </a:ext>
            </a:extLst>
          </p:cNvPr>
          <p:cNvSpPr txBox="1"/>
          <p:nvPr/>
        </p:nvSpPr>
        <p:spPr>
          <a:xfrm>
            <a:off x="5296964" y="2705508"/>
            <a:ext cx="2194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Silhouette Edges</a:t>
            </a:r>
            <a:endParaRPr lang="ko-KR" altLang="en-US" dirty="0"/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ECDB3B60-C229-A4A1-768E-786CFDF48AD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831" y="3115431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C7891614-72E8-D69D-527B-048F71BDA5ED}"/>
              </a:ext>
            </a:extLst>
          </p:cNvPr>
          <p:cNvSpPr txBox="1"/>
          <p:nvPr/>
        </p:nvSpPr>
        <p:spPr>
          <a:xfrm>
            <a:off x="5296964" y="3115431"/>
            <a:ext cx="219473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Bloom </a:t>
            </a:r>
            <a:r>
              <a:rPr lang="en-US" altLang="ko-KR" dirty="0">
                <a:solidFill>
                  <a:srgbClr val="FF0000"/>
                </a:solidFill>
              </a:rPr>
              <a:t>(Icon</a:t>
            </a:r>
            <a:r>
              <a:rPr lang="ko-KR" altLang="en-US" dirty="0">
                <a:solidFill>
                  <a:srgbClr val="FF0000"/>
                </a:solidFill>
              </a:rPr>
              <a:t>변경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722F87ED-54CE-8B90-B422-0ACF42480E48}"/>
              </a:ext>
            </a:extLst>
          </p:cNvPr>
          <p:cNvCxnSpPr>
            <a:cxnSpLocks/>
            <a:endCxn id="120" idx="0"/>
          </p:cNvCxnSpPr>
          <p:nvPr/>
        </p:nvCxnSpPr>
        <p:spPr>
          <a:xfrm rot="16200000" flipH="1">
            <a:off x="5772901" y="866432"/>
            <a:ext cx="724310" cy="5185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그림 128">
            <a:extLst>
              <a:ext uri="{FF2B5EF4-FFF2-40B4-BE49-F238E27FC236}">
                <a16:creationId xmlns:a16="http://schemas.microsoft.com/office/drawing/2014/main" id="{39DDF359-ADDE-B596-579E-C3B7229EBB9E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488" y="26837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0" name="그림 129">
            <a:extLst>
              <a:ext uri="{FF2B5EF4-FFF2-40B4-BE49-F238E27FC236}">
                <a16:creationId xmlns:a16="http://schemas.microsoft.com/office/drawing/2014/main" id="{03E0E736-3E92-016E-D2D5-CC566A17A77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4069" y="309538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2" name="그림 131" descr="텍스트, 밤하늘이(가) 표시된 사진&#10;&#10;자동 생성된 설명">
            <a:extLst>
              <a:ext uri="{FF2B5EF4-FFF2-40B4-BE49-F238E27FC236}">
                <a16:creationId xmlns:a16="http://schemas.microsoft.com/office/drawing/2014/main" id="{A3630CD0-4B9E-353F-E449-105D699644A4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0913" y="4296778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4" name="TextBox 133">
            <a:extLst>
              <a:ext uri="{FF2B5EF4-FFF2-40B4-BE49-F238E27FC236}">
                <a16:creationId xmlns:a16="http://schemas.microsoft.com/office/drawing/2014/main" id="{7967D4E2-D398-E5C5-B86B-9052B675C290}"/>
              </a:ext>
            </a:extLst>
          </p:cNvPr>
          <p:cNvSpPr txBox="1"/>
          <p:nvPr/>
        </p:nvSpPr>
        <p:spPr>
          <a:xfrm>
            <a:off x="10499200" y="2683769"/>
            <a:ext cx="10458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Point</a:t>
            </a:r>
            <a:endParaRPr lang="ko-KR" altLang="en-US" dirty="0"/>
          </a:p>
        </p:txBody>
      </p:sp>
      <p:pic>
        <p:nvPicPr>
          <p:cNvPr id="135" name="그림 134">
            <a:extLst>
              <a:ext uri="{FF2B5EF4-FFF2-40B4-BE49-F238E27FC236}">
                <a16:creationId xmlns:a16="http://schemas.microsoft.com/office/drawing/2014/main" id="{6E5FD804-1AE1-9492-5E35-F10C8764F99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0913" y="5916370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6" name="그림 135" descr="텍스트이(가) 표시된 사진&#10;&#10;자동 생성된 설명">
            <a:extLst>
              <a:ext uri="{FF2B5EF4-FFF2-40B4-BE49-F238E27FC236}">
                <a16:creationId xmlns:a16="http://schemas.microsoft.com/office/drawing/2014/main" id="{9476D519-2563-07F8-2CAC-9D3A7018999F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0913" y="5098001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123B9566-01DF-605F-4ADC-953D39BEF6FC}"/>
              </a:ext>
            </a:extLst>
          </p:cNvPr>
          <p:cNvSpPr txBox="1"/>
          <p:nvPr/>
        </p:nvSpPr>
        <p:spPr>
          <a:xfrm>
            <a:off x="10499200" y="3088329"/>
            <a:ext cx="10458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Curve</a:t>
            </a:r>
            <a:endParaRPr lang="ko-KR" alt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DFF28D5-7A59-3E76-476E-18614E408A62}"/>
              </a:ext>
            </a:extLst>
          </p:cNvPr>
          <p:cNvSpPr txBox="1"/>
          <p:nvPr/>
        </p:nvSpPr>
        <p:spPr>
          <a:xfrm>
            <a:off x="10499200" y="3492889"/>
            <a:ext cx="10458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Plane</a:t>
            </a:r>
            <a:endParaRPr lang="ko-KR" altLang="en-US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E79EE98-4DCF-2392-A4C2-DBF15298580F}"/>
              </a:ext>
            </a:extLst>
          </p:cNvPr>
          <p:cNvSpPr txBox="1"/>
          <p:nvPr/>
        </p:nvSpPr>
        <p:spPr>
          <a:xfrm>
            <a:off x="10499201" y="3897449"/>
            <a:ext cx="10491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Surface</a:t>
            </a:r>
            <a:endParaRPr lang="ko-KR" alt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8815B1E-EFC1-EC66-AF5A-4F13820E3659}"/>
              </a:ext>
            </a:extLst>
          </p:cNvPr>
          <p:cNvSpPr txBox="1"/>
          <p:nvPr/>
        </p:nvSpPr>
        <p:spPr>
          <a:xfrm>
            <a:off x="10497620" y="4301321"/>
            <a:ext cx="10458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Solid</a:t>
            </a:r>
            <a:endParaRPr lang="ko-KR" alt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C57E075-E749-1CA3-19CE-286A6B440F03}"/>
              </a:ext>
            </a:extLst>
          </p:cNvPr>
          <p:cNvSpPr txBox="1"/>
          <p:nvPr/>
        </p:nvSpPr>
        <p:spPr>
          <a:xfrm>
            <a:off x="10497620" y="5905322"/>
            <a:ext cx="10458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Axis</a:t>
            </a:r>
            <a:endParaRPr lang="ko-KR" altLang="en-US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2338675-4BA4-2B63-46A3-85A2746F1384}"/>
              </a:ext>
            </a:extLst>
          </p:cNvPr>
          <p:cNvSpPr txBox="1"/>
          <p:nvPr/>
        </p:nvSpPr>
        <p:spPr>
          <a:xfrm>
            <a:off x="10497621" y="5091265"/>
            <a:ext cx="10458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pic>
        <p:nvPicPr>
          <p:cNvPr id="143" name="그림 142" descr="텍스트, 구급 상자, 클립아트이(가) 표시된 사진&#10;&#10;자동 생성된 설명">
            <a:extLst>
              <a:ext uri="{FF2B5EF4-FFF2-40B4-BE49-F238E27FC236}">
                <a16:creationId xmlns:a16="http://schemas.microsoft.com/office/drawing/2014/main" id="{443EC513-1091-E5BD-5981-0E6C9CF557F4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604" y="1491478"/>
            <a:ext cx="365714" cy="365714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4B5EB709-F948-ED58-FCCC-874255170C0F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604" y="1894910"/>
            <a:ext cx="365714" cy="365714"/>
          </a:xfrm>
          <a:prstGeom prst="rect">
            <a:avLst/>
          </a:prstGeom>
          <a:ln>
            <a:solidFill>
              <a:schemeClr val="accent1">
                <a:shade val="50000"/>
              </a:schemeClr>
            </a:solidFill>
          </a:ln>
        </p:spPr>
      </p:pic>
      <p:sp>
        <p:nvSpPr>
          <p:cNvPr id="147" name="TextBox 146">
            <a:extLst>
              <a:ext uri="{FF2B5EF4-FFF2-40B4-BE49-F238E27FC236}">
                <a16:creationId xmlns:a16="http://schemas.microsoft.com/office/drawing/2014/main" id="{EA4F40F8-8BCA-F6EC-B523-7E38CC5A8DE4}"/>
              </a:ext>
            </a:extLst>
          </p:cNvPr>
          <p:cNvSpPr txBox="1"/>
          <p:nvPr/>
        </p:nvSpPr>
        <p:spPr>
          <a:xfrm>
            <a:off x="8053027" y="1487860"/>
            <a:ext cx="143387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Select</a:t>
            </a:r>
            <a:r>
              <a:rPr lang="ko-KR" altLang="en-US" dirty="0"/>
              <a:t> </a:t>
            </a:r>
            <a:r>
              <a:rPr lang="en-US" altLang="ko-KR" dirty="0"/>
              <a:t>All</a:t>
            </a:r>
            <a:endParaRPr lang="ko-KR" altLang="en-US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50B7161-92CF-E665-2AE0-7BC39BD7F09C}"/>
              </a:ext>
            </a:extLst>
          </p:cNvPr>
          <p:cNvSpPr txBox="1"/>
          <p:nvPr/>
        </p:nvSpPr>
        <p:spPr>
          <a:xfrm>
            <a:off x="8045561" y="1898434"/>
            <a:ext cx="143387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Deselect</a:t>
            </a:r>
            <a:r>
              <a:rPr lang="ko-KR" altLang="en-US" dirty="0"/>
              <a:t> </a:t>
            </a:r>
            <a:r>
              <a:rPr lang="en-US" altLang="ko-KR" dirty="0"/>
              <a:t>All</a:t>
            </a:r>
            <a:endParaRPr lang="ko-KR" altLang="en-US" dirty="0"/>
          </a:p>
        </p:txBody>
      </p:sp>
      <p:pic>
        <p:nvPicPr>
          <p:cNvPr id="117" name="그림 116">
            <a:extLst>
              <a:ext uri="{FF2B5EF4-FFF2-40B4-BE49-F238E27FC236}">
                <a16:creationId xmlns:a16="http://schemas.microsoft.com/office/drawing/2014/main" id="{83E64A25-78D5-616D-F84E-A2E80CC83803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0913" y="3483923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id="{6BE6724C-6DB5-C839-AD7C-96DA2F7C5834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0913" y="388792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4" name="그림 143" descr="텍스트이(가) 표시된 사진&#10;&#10;자동 생성된 설명">
            <a:extLst>
              <a:ext uri="{FF2B5EF4-FFF2-40B4-BE49-F238E27FC236}">
                <a16:creationId xmlns:a16="http://schemas.microsoft.com/office/drawing/2014/main" id="{28669E90-03C2-3004-6785-341EDCCC04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0913" y="4695716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5" name="TextBox 154">
            <a:extLst>
              <a:ext uri="{FF2B5EF4-FFF2-40B4-BE49-F238E27FC236}">
                <a16:creationId xmlns:a16="http://schemas.microsoft.com/office/drawing/2014/main" id="{B6055DA5-A063-075F-0D5C-62F820F44AC1}"/>
              </a:ext>
            </a:extLst>
          </p:cNvPr>
          <p:cNvSpPr txBox="1"/>
          <p:nvPr/>
        </p:nvSpPr>
        <p:spPr>
          <a:xfrm>
            <a:off x="10497620" y="4692098"/>
            <a:ext cx="104587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Section</a:t>
            </a:r>
            <a:endParaRPr lang="ko-KR" altLang="en-US" dirty="0"/>
          </a:p>
        </p:txBody>
      </p:sp>
      <p:pic>
        <p:nvPicPr>
          <p:cNvPr id="146" name="그림 145" descr="텍스트, 시계, 게이지이(가) 표시된 사진&#10;&#10;자동 생성된 설명">
            <a:extLst>
              <a:ext uri="{FF2B5EF4-FFF2-40B4-BE49-F238E27FC236}">
                <a16:creationId xmlns:a16="http://schemas.microsoft.com/office/drawing/2014/main" id="{0017A12A-8E42-1203-6A1C-C2477979E3A6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0913" y="5507548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8" name="TextBox 157">
            <a:extLst>
              <a:ext uri="{FF2B5EF4-FFF2-40B4-BE49-F238E27FC236}">
                <a16:creationId xmlns:a16="http://schemas.microsoft.com/office/drawing/2014/main" id="{14020EAC-B401-DCD6-87DC-EBB1BED8D89A}"/>
              </a:ext>
            </a:extLst>
          </p:cNvPr>
          <p:cNvSpPr txBox="1"/>
          <p:nvPr/>
        </p:nvSpPr>
        <p:spPr>
          <a:xfrm>
            <a:off x="10497621" y="5492827"/>
            <a:ext cx="131728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Dimension</a:t>
            </a:r>
            <a:endParaRPr lang="ko-KR" altLang="en-US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42DF5D11-512E-C242-072E-699F2E2AB665}"/>
              </a:ext>
            </a:extLst>
          </p:cNvPr>
          <p:cNvSpPr txBox="1"/>
          <p:nvPr/>
        </p:nvSpPr>
        <p:spPr>
          <a:xfrm>
            <a:off x="8044526" y="2287675"/>
            <a:ext cx="17426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Select by Type</a:t>
            </a:r>
            <a:endParaRPr lang="ko-KR" altLang="en-US" dirty="0"/>
          </a:p>
        </p:txBody>
      </p:sp>
      <p:pic>
        <p:nvPicPr>
          <p:cNvPr id="154" name="그림 153">
            <a:extLst>
              <a:ext uri="{FF2B5EF4-FFF2-40B4-BE49-F238E27FC236}">
                <a16:creationId xmlns:a16="http://schemas.microsoft.com/office/drawing/2014/main" id="{03152157-EF2B-9C84-E5F0-E995E8D109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9814" y="2299325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7" name="연결선: 꺾임 156">
            <a:extLst>
              <a:ext uri="{FF2B5EF4-FFF2-40B4-BE49-F238E27FC236}">
                <a16:creationId xmlns:a16="http://schemas.microsoft.com/office/drawing/2014/main" id="{98D54BC1-8C79-4724-724E-3C00A83861A3}"/>
              </a:ext>
            </a:extLst>
          </p:cNvPr>
          <p:cNvCxnSpPr>
            <a:cxnSpLocks/>
            <a:endCxn id="147" idx="0"/>
          </p:cNvCxnSpPr>
          <p:nvPr/>
        </p:nvCxnSpPr>
        <p:spPr>
          <a:xfrm rot="16200000" flipH="1">
            <a:off x="7150200" y="-131905"/>
            <a:ext cx="723719" cy="2515809"/>
          </a:xfrm>
          <a:prstGeom prst="bentConnector3">
            <a:avLst>
              <a:gd name="adj1" fmla="val 249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연결선: 꺾임 163">
            <a:extLst>
              <a:ext uri="{FF2B5EF4-FFF2-40B4-BE49-F238E27FC236}">
                <a16:creationId xmlns:a16="http://schemas.microsoft.com/office/drawing/2014/main" id="{A8160C5B-4D2E-1701-A55B-19BA63B4D1DE}"/>
              </a:ext>
            </a:extLst>
          </p:cNvPr>
          <p:cNvCxnSpPr>
            <a:stCxn id="161" idx="3"/>
            <a:endCxn id="129" idx="1"/>
          </p:cNvCxnSpPr>
          <p:nvPr/>
        </p:nvCxnSpPr>
        <p:spPr>
          <a:xfrm>
            <a:off x="9787208" y="2472341"/>
            <a:ext cx="317280" cy="39428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그림 94">
            <a:extLst>
              <a:ext uri="{FF2B5EF4-FFF2-40B4-BE49-F238E27FC236}">
                <a16:creationId xmlns:a16="http://schemas.microsoft.com/office/drawing/2014/main" id="{7A536E9C-FF8D-A491-D774-72AB379EBEC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96" name="그림 95">
            <a:extLst>
              <a:ext uri="{FF2B5EF4-FFF2-40B4-BE49-F238E27FC236}">
                <a16:creationId xmlns:a16="http://schemas.microsoft.com/office/drawing/2014/main" id="{D965A14C-B382-17C1-55E1-C22CC913C683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98" name="그림 97">
            <a:extLst>
              <a:ext uri="{FF2B5EF4-FFF2-40B4-BE49-F238E27FC236}">
                <a16:creationId xmlns:a16="http://schemas.microsoft.com/office/drawing/2014/main" id="{E0809CC5-BC25-FE1B-C92C-50DDCB6596FB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63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1A88E53C-A8E5-A361-213B-2ECFF52A572F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10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0" name="그림 99">
            <a:extLst>
              <a:ext uri="{FF2B5EF4-FFF2-40B4-BE49-F238E27FC236}">
                <a16:creationId xmlns:a16="http://schemas.microsoft.com/office/drawing/2014/main" id="{F0E70B04-A266-645B-8B1C-C1DC00416EF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5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2" name="그림 101">
            <a:extLst>
              <a:ext uri="{FF2B5EF4-FFF2-40B4-BE49-F238E27FC236}">
                <a16:creationId xmlns:a16="http://schemas.microsoft.com/office/drawing/2014/main" id="{E505B590-10B6-1621-B9A0-BA07461517E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3" name="그림 102">
            <a:extLst>
              <a:ext uri="{FF2B5EF4-FFF2-40B4-BE49-F238E27FC236}">
                <a16:creationId xmlns:a16="http://schemas.microsoft.com/office/drawing/2014/main" id="{C3353CFF-B8C6-B469-8C74-ABBFE0C481C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53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4" name="그림 103" descr="텍스트, 구급 상자, 클립아트이(가) 표시된 사진&#10;&#10;자동 생성된 설명">
            <a:extLst>
              <a:ext uri="{FF2B5EF4-FFF2-40B4-BE49-F238E27FC236}">
                <a16:creationId xmlns:a16="http://schemas.microsoft.com/office/drawing/2014/main" id="{E699880C-C4BC-F435-0610-CB1D73CB8C94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00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6" name="그림 105" descr="텍스트, 밤하늘이(가) 표시된 사진&#10;&#10;자동 생성된 설명">
            <a:extLst>
              <a:ext uri="{FF2B5EF4-FFF2-40B4-BE49-F238E27FC236}">
                <a16:creationId xmlns:a16="http://schemas.microsoft.com/office/drawing/2014/main" id="{84401D97-532B-E083-40EE-F69032B2D23B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4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04F0BB1B-DB96-AC43-87E5-AE175EE54023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2063910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테니스, 공이(가) 표시된 사진&#10;&#10;자동 생성된 설명">
            <a:extLst>
              <a:ext uri="{FF2B5EF4-FFF2-40B4-BE49-F238E27FC236}">
                <a16:creationId xmlns:a16="http://schemas.microsoft.com/office/drawing/2014/main" id="{227C624B-1F24-5389-2B80-CB10BE247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2" y="76761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A5255D4-382B-9F13-6F97-C2CC79FA6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394359"/>
            <a:ext cx="365714" cy="365714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</p:pic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F56758B0-52BD-F4DE-9044-C42881498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1140865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CAA4B5D-5BFD-06C9-F7BF-90D26F900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1" y="151411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9" name="그림 18" descr="텍스트, 시계, 손목시계, 게이지이(가) 표시된 사진&#10;&#10;자동 생성된 설명">
            <a:extLst>
              <a:ext uri="{FF2B5EF4-FFF2-40B4-BE49-F238E27FC236}">
                <a16:creationId xmlns:a16="http://schemas.microsoft.com/office/drawing/2014/main" id="{685D6ECC-1812-1B40-DA1D-6B4CA3A60B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0" y="188737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7A862DD-D00A-040E-0464-9C517E59D3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9" y="2270149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DF34E02-4877-E447-50F8-27C79D2281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302065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CE01867-5CA8-5509-7560-1229B16BDC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396543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7A2938E-712C-C518-CCCA-DD3D675098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6" y="39869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0C8C315-8180-9BD3-532A-69DA952BE6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29" y="39654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5E141C1-51A8-6177-B035-DEC6D82BFC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496" y="39654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41" name="그림 40" descr="케이스이(가) 표시된 사진&#10;&#10;자동 생성된 설명">
            <a:extLst>
              <a:ext uri="{FF2B5EF4-FFF2-40B4-BE49-F238E27FC236}">
                <a16:creationId xmlns:a16="http://schemas.microsoft.com/office/drawing/2014/main" id="{169104D5-64AB-46D9-1F75-18060F3B4D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264425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9B156802-85CE-1126-474A-4D606ABA0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5FF3D138-F085-CE29-6203-54122D6F00EF}"/>
              </a:ext>
            </a:extLst>
          </p:cNvPr>
          <p:cNvSpPr/>
          <p:nvPr/>
        </p:nvSpPr>
        <p:spPr>
          <a:xfrm>
            <a:off x="0" y="-1"/>
            <a:ext cx="12192000" cy="34088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0" name="그림 159">
            <a:extLst>
              <a:ext uri="{FF2B5EF4-FFF2-40B4-BE49-F238E27FC236}">
                <a16:creationId xmlns:a16="http://schemas.microsoft.com/office/drawing/2014/main" id="{171EF08F-A8D5-8EA2-07E9-FE9D69476A2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97"/>
            <a:ext cx="320000" cy="320000"/>
          </a:xfrm>
          <a:prstGeom prst="rect">
            <a:avLst/>
          </a:prstGeom>
          <a:ln>
            <a:noFill/>
          </a:ln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E2EA483A-63B9-7079-B554-C4A8C8F61BE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5518230"/>
            <a:ext cx="914286" cy="9142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0" name="그림 169" descr="텍스트이(가) 표시된 사진&#10;&#10;자동 생성된 설명">
            <a:extLst>
              <a:ext uri="{FF2B5EF4-FFF2-40B4-BE49-F238E27FC236}">
                <a16:creationId xmlns:a16="http://schemas.microsoft.com/office/drawing/2014/main" id="{82ECD67D-F630-DF0E-3ACA-5596A4EEAB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121" y="9571"/>
            <a:ext cx="320000" cy="320000"/>
          </a:xfrm>
          <a:prstGeom prst="rect">
            <a:avLst/>
          </a:prstGeom>
        </p:spPr>
      </p:pic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CBDD0FC9-92DD-3296-602D-9F4C25ADCBE1}"/>
              </a:ext>
            </a:extLst>
          </p:cNvPr>
          <p:cNvSpPr/>
          <p:nvPr/>
        </p:nvSpPr>
        <p:spPr>
          <a:xfrm>
            <a:off x="0" y="6476744"/>
            <a:ext cx="12192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84197EE-7389-D86E-D0A7-0AA4683C06D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054" y="1197523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3337690-458A-E455-2B14-319FE799BB2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635" y="1609141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그림 29" descr="텍스트이(가) 표시된 사진&#10;&#10;자동 생성된 설명">
            <a:extLst>
              <a:ext uri="{FF2B5EF4-FFF2-40B4-BE49-F238E27FC236}">
                <a16:creationId xmlns:a16="http://schemas.microsoft.com/office/drawing/2014/main" id="{C0E0EC6F-66B5-3664-733E-653BDE174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479" y="2016106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그림 35" descr="텍스트, 밤하늘이(가) 표시된 사진&#10;&#10;자동 생성된 설명">
            <a:extLst>
              <a:ext uri="{FF2B5EF4-FFF2-40B4-BE49-F238E27FC236}">
                <a16:creationId xmlns:a16="http://schemas.microsoft.com/office/drawing/2014/main" id="{22E80802-9F9B-416E-BACB-5154B38ADDC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479" y="281053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3FE258ED-5683-089E-FA8C-37865027349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479" y="241331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ED31CF54-F23E-C76C-5FFD-43EB5B71E2B6}"/>
              </a:ext>
            </a:extLst>
          </p:cNvPr>
          <p:cNvSpPr txBox="1"/>
          <p:nvPr/>
        </p:nvSpPr>
        <p:spPr>
          <a:xfrm>
            <a:off x="5532767" y="1197523"/>
            <a:ext cx="8783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Point</a:t>
            </a:r>
            <a:endParaRPr lang="ko-KR" altLang="en-US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6DBB0D59-FEB8-3656-9368-5956690B41E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479" y="322044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1" name="그림 60" descr="텍스트이(가) 표시된 사진&#10;&#10;자동 생성된 설명">
            <a:extLst>
              <a:ext uri="{FF2B5EF4-FFF2-40B4-BE49-F238E27FC236}">
                <a16:creationId xmlns:a16="http://schemas.microsoft.com/office/drawing/2014/main" id="{19F57182-2C3C-65A6-3099-46C1F8E6D44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4479" y="3621280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9485C5EA-CB3B-83E6-0335-01A7EF8DFE5D}"/>
              </a:ext>
            </a:extLst>
          </p:cNvPr>
          <p:cNvSpPr txBox="1"/>
          <p:nvPr/>
        </p:nvSpPr>
        <p:spPr>
          <a:xfrm>
            <a:off x="5532767" y="1602083"/>
            <a:ext cx="8783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Curve</a:t>
            </a:r>
            <a:endParaRPr lang="ko-KR" alt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BE51770-56B1-E8DD-032B-6D74BD383F6E}"/>
              </a:ext>
            </a:extLst>
          </p:cNvPr>
          <p:cNvSpPr txBox="1"/>
          <p:nvPr/>
        </p:nvSpPr>
        <p:spPr>
          <a:xfrm>
            <a:off x="5532767" y="2006643"/>
            <a:ext cx="8783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Edge</a:t>
            </a:r>
            <a:endParaRPr lang="ko-KR" alt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CD08AE-9983-C8C5-33DB-0BB29A32088D}"/>
              </a:ext>
            </a:extLst>
          </p:cNvPr>
          <p:cNvSpPr txBox="1"/>
          <p:nvPr/>
        </p:nvSpPr>
        <p:spPr>
          <a:xfrm>
            <a:off x="5532767" y="2411203"/>
            <a:ext cx="8783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Face</a:t>
            </a:r>
            <a:endParaRPr lang="ko-KR" altLang="en-US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6C6D66C-9F59-0C66-3CA7-D2CC24846D98}"/>
              </a:ext>
            </a:extLst>
          </p:cNvPr>
          <p:cNvSpPr txBox="1"/>
          <p:nvPr/>
        </p:nvSpPr>
        <p:spPr>
          <a:xfrm>
            <a:off x="5531187" y="2815075"/>
            <a:ext cx="8783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Solid</a:t>
            </a:r>
            <a:endParaRPr lang="ko-KR" alt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FAB20C5-5BE5-AC2E-BA66-C4A2F5FCC063}"/>
              </a:ext>
            </a:extLst>
          </p:cNvPr>
          <p:cNvSpPr txBox="1"/>
          <p:nvPr/>
        </p:nvSpPr>
        <p:spPr>
          <a:xfrm>
            <a:off x="5531187" y="3209401"/>
            <a:ext cx="87836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Axis</a:t>
            </a:r>
            <a:endParaRPr lang="ko-KR" altLang="en-US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971FA29-21B2-1111-31B0-BEE83BD657BA}"/>
              </a:ext>
            </a:extLst>
          </p:cNvPr>
          <p:cNvSpPr txBox="1"/>
          <p:nvPr/>
        </p:nvSpPr>
        <p:spPr>
          <a:xfrm>
            <a:off x="5531187" y="3614544"/>
            <a:ext cx="171877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PMI (Icon </a:t>
            </a:r>
            <a:r>
              <a:rPr lang="ko-KR" altLang="en-US" dirty="0"/>
              <a:t>변경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5" name="그림 64" descr="밤하늘이(가) 표시된 사진&#10;&#10;자동 생성된 설명">
            <a:extLst>
              <a:ext uri="{FF2B5EF4-FFF2-40B4-BE49-F238E27FC236}">
                <a16:creationId xmlns:a16="http://schemas.microsoft.com/office/drawing/2014/main" id="{422BEBC8-25DA-074E-27B0-48DE5CF2CAB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935" y="860796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B0587975-5346-9818-A51C-4B1594559D1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411" y="1266260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3" name="그림 72" descr="야구이(가) 표시된 사진&#10;&#10;자동 생성된 설명">
            <a:extLst>
              <a:ext uri="{FF2B5EF4-FFF2-40B4-BE49-F238E27FC236}">
                <a16:creationId xmlns:a16="http://schemas.microsoft.com/office/drawing/2014/main" id="{52CDCA35-6D30-19E4-CABB-DB4F1C46C6B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935" y="1666501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8FFA6880-D99A-D8A4-0A32-989E96CCFAE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210" y="2859193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8" name="그림 77" descr="액세서리, 목도리이(가) 표시된 사진&#10;&#10;자동 생성된 설명">
            <a:extLst>
              <a:ext uri="{FF2B5EF4-FFF2-40B4-BE49-F238E27FC236}">
                <a16:creationId xmlns:a16="http://schemas.microsoft.com/office/drawing/2014/main" id="{0A8240D2-6AAB-BD41-5E27-C5BEB41234C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935" y="3255740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9" name="그림 88" descr="야구, 플레이어, 시계이(가) 표시된 사진&#10;&#10;자동 생성된 설명">
            <a:extLst>
              <a:ext uri="{FF2B5EF4-FFF2-40B4-BE49-F238E27FC236}">
                <a16:creationId xmlns:a16="http://schemas.microsoft.com/office/drawing/2014/main" id="{5FCA5222-3EF6-6AE2-F71B-A54A79E505E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935" y="2067463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0774292A-D3D7-6031-740E-35D519FC05A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935" y="2463865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A9988C08-4D19-0AFB-B4D5-9E5D12299AE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935" y="365361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 descr="풀볼, 스포츠이(가) 표시된 사진&#10;&#10;자동 생성된 설명">
            <a:extLst>
              <a:ext uri="{FF2B5EF4-FFF2-40B4-BE49-F238E27FC236}">
                <a16:creationId xmlns:a16="http://schemas.microsoft.com/office/drawing/2014/main" id="{ADC62CEA-B2C1-1B44-2883-25D508D6A414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935" y="404827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F6A15F-95E9-55EC-C8FD-04DCD5C53AF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935" y="444458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48BA755-8938-0FF9-5E50-0CB7F0E4BA0A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935" y="484090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D67660F2-4240-B224-6D01-6070555FD661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935" y="525084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906C862A-935D-565C-E6AB-512F20215377}"/>
              </a:ext>
            </a:extLst>
          </p:cNvPr>
          <p:cNvSpPr txBox="1"/>
          <p:nvPr/>
        </p:nvSpPr>
        <p:spPr>
          <a:xfrm>
            <a:off x="8507191" y="844975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Point</a:t>
            </a:r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2B8448-383C-18DD-209D-9591F8820118}"/>
              </a:ext>
            </a:extLst>
          </p:cNvPr>
          <p:cNvSpPr txBox="1"/>
          <p:nvPr/>
        </p:nvSpPr>
        <p:spPr>
          <a:xfrm>
            <a:off x="8507191" y="1262642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Endpoint</a:t>
            </a:r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FF9A08E-8111-88C4-9633-0929B4E721C3}"/>
              </a:ext>
            </a:extLst>
          </p:cNvPr>
          <p:cNvSpPr txBox="1"/>
          <p:nvPr/>
        </p:nvSpPr>
        <p:spPr>
          <a:xfrm>
            <a:off x="8507191" y="1662883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Midpoint</a:t>
            </a:r>
            <a:endParaRPr lang="ko-KR" altLang="en-US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E29EEF2-FD6D-89A4-9907-3754B1D819F0}"/>
              </a:ext>
            </a:extLst>
          </p:cNvPr>
          <p:cNvSpPr txBox="1"/>
          <p:nvPr/>
        </p:nvSpPr>
        <p:spPr>
          <a:xfrm>
            <a:off x="8507191" y="2054875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Intersection Point</a:t>
            </a:r>
            <a:endParaRPr lang="ko-KR" alt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C05C7C3-AF38-4069-9B14-3558F669829C}"/>
              </a:ext>
            </a:extLst>
          </p:cNvPr>
          <p:cNvSpPr txBox="1"/>
          <p:nvPr/>
        </p:nvSpPr>
        <p:spPr>
          <a:xfrm>
            <a:off x="8507191" y="2463865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Perpendicular Point</a:t>
            </a:r>
            <a:endParaRPr lang="ko-KR" alt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709EFC2-05AA-8335-B3B4-E4158AD7E592}"/>
              </a:ext>
            </a:extLst>
          </p:cNvPr>
          <p:cNvSpPr txBox="1"/>
          <p:nvPr/>
        </p:nvSpPr>
        <p:spPr>
          <a:xfrm>
            <a:off x="8507191" y="2855575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Center Point</a:t>
            </a:r>
            <a:endParaRPr lang="ko-KR" altLang="en-US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C992ECBF-B640-0BB7-92C3-2DE38AF83A9B}"/>
              </a:ext>
            </a:extLst>
          </p:cNvPr>
          <p:cNvSpPr txBox="1"/>
          <p:nvPr/>
        </p:nvSpPr>
        <p:spPr>
          <a:xfrm>
            <a:off x="8507191" y="3255955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Quadrant Point</a:t>
            </a:r>
            <a:endParaRPr lang="ko-KR" altLang="en-US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345DC0E-3B13-C345-985E-4622E7EDA2DB}"/>
              </a:ext>
            </a:extLst>
          </p:cNvPr>
          <p:cNvSpPr txBox="1"/>
          <p:nvPr/>
        </p:nvSpPr>
        <p:spPr>
          <a:xfrm>
            <a:off x="8507191" y="3648048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Near Point</a:t>
            </a:r>
            <a:endParaRPr lang="ko-KR" alt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97F4480-20AC-676F-7792-2BD5E7634148}"/>
              </a:ext>
            </a:extLst>
          </p:cNvPr>
          <p:cNvSpPr txBox="1"/>
          <p:nvPr/>
        </p:nvSpPr>
        <p:spPr>
          <a:xfrm>
            <a:off x="8507191" y="4039419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Point on Surface</a:t>
            </a:r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6E9F511-5507-954E-3757-83DA3E30E210}"/>
              </a:ext>
            </a:extLst>
          </p:cNvPr>
          <p:cNvSpPr txBox="1"/>
          <p:nvPr/>
        </p:nvSpPr>
        <p:spPr>
          <a:xfrm>
            <a:off x="8507191" y="4440969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Boundary Center Point</a:t>
            </a:r>
            <a:endParaRPr lang="ko-KR" altLang="en-US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54C724B-24CD-C6BE-3567-DB61F6C8A87E}"/>
              </a:ext>
            </a:extLst>
          </p:cNvPr>
          <p:cNvSpPr txBox="1"/>
          <p:nvPr/>
        </p:nvSpPr>
        <p:spPr>
          <a:xfrm>
            <a:off x="8507191" y="4840902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Axis</a:t>
            </a:r>
            <a:endParaRPr lang="ko-KR" altLang="en-US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A6ADD47-5690-BB31-F9EA-00F7AAE46C88}"/>
              </a:ext>
            </a:extLst>
          </p:cNvPr>
          <p:cNvSpPr txBox="1"/>
          <p:nvPr/>
        </p:nvSpPr>
        <p:spPr>
          <a:xfrm>
            <a:off x="8507191" y="5236938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Absolute Point</a:t>
            </a:r>
            <a:endParaRPr lang="ko-KR" altLang="en-US" dirty="0"/>
          </a:p>
        </p:txBody>
      </p:sp>
      <p:pic>
        <p:nvPicPr>
          <p:cNvPr id="32" name="그림 31" descr="자주색, 옅은이(가) 표시된 사진&#10;&#10;자동 생성된 설명">
            <a:extLst>
              <a:ext uri="{FF2B5EF4-FFF2-40B4-BE49-F238E27FC236}">
                <a16:creationId xmlns:a16="http://schemas.microsoft.com/office/drawing/2014/main" id="{8EFEEBB1-4B90-2D3F-2B18-F04C11DB7BA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458" y="5660475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4" name="그림 43" descr="장치이(가) 표시된 사진&#10;&#10;자동 생성된 설명">
            <a:extLst>
              <a:ext uri="{FF2B5EF4-FFF2-40B4-BE49-F238E27FC236}">
                <a16:creationId xmlns:a16="http://schemas.microsoft.com/office/drawing/2014/main" id="{BCA0F50C-A30B-DBBF-BBCC-71DD3627B45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458" y="6060716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9BF27D4E-E802-8599-05D5-9DE9EA72AF58}"/>
              </a:ext>
            </a:extLst>
          </p:cNvPr>
          <p:cNvSpPr txBox="1"/>
          <p:nvPr/>
        </p:nvSpPr>
        <p:spPr>
          <a:xfrm>
            <a:off x="8507191" y="5652024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Relative Point</a:t>
            </a:r>
            <a:endParaRPr lang="ko-KR" alt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AB33685-07EF-AC25-4348-2730E55F31AF}"/>
              </a:ext>
            </a:extLst>
          </p:cNvPr>
          <p:cNvSpPr txBox="1"/>
          <p:nvPr/>
        </p:nvSpPr>
        <p:spPr>
          <a:xfrm>
            <a:off x="8507191" y="6059077"/>
            <a:ext cx="264658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Expand Line Point</a:t>
            </a:r>
            <a:endParaRPr lang="ko-KR" altLang="en-US" dirty="0"/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B87BD239-0FB3-FE48-C63B-3C7EB2FC6840}"/>
              </a:ext>
            </a:extLst>
          </p:cNvPr>
          <p:cNvCxnSpPr>
            <a:cxnSpLocks/>
            <a:endCxn id="75" idx="0"/>
          </p:cNvCxnSpPr>
          <p:nvPr/>
        </p:nvCxnSpPr>
        <p:spPr>
          <a:xfrm rot="5400000">
            <a:off x="6086666" y="648491"/>
            <a:ext cx="434313" cy="66375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4C23CE39-4004-5186-BEBF-EDA9C6C00025}"/>
              </a:ext>
            </a:extLst>
          </p:cNvPr>
          <p:cNvCxnSpPr>
            <a:cxnSpLocks/>
            <a:endCxn id="90" idx="0"/>
          </p:cNvCxnSpPr>
          <p:nvPr/>
        </p:nvCxnSpPr>
        <p:spPr>
          <a:xfrm>
            <a:off x="7199544" y="578549"/>
            <a:ext cx="2630939" cy="2664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그림 73">
            <a:extLst>
              <a:ext uri="{FF2B5EF4-FFF2-40B4-BE49-F238E27FC236}">
                <a16:creationId xmlns:a16="http://schemas.microsoft.com/office/drawing/2014/main" id="{D3E2F735-7704-9883-03E0-B385B06D4F6C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5CCA43B1-415C-60ED-4E41-C60FA540DDBE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DE7AFD96-1724-CC4F-8BB4-6312FB9CB619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63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BA191798-C81F-3319-B25D-A5ACE65C354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10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872E9254-4732-F6E9-7B46-EF7E6DE1295D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5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6" name="그림 105">
            <a:extLst>
              <a:ext uri="{FF2B5EF4-FFF2-40B4-BE49-F238E27FC236}">
                <a16:creationId xmlns:a16="http://schemas.microsoft.com/office/drawing/2014/main" id="{70B06A9D-A431-1148-01BB-7586CE2DE01F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7FA0410F-C36B-944D-1BE9-5BE090CC1F8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53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8" name="그림 107" descr="텍스트, 구급 상자, 클립아트이(가) 표시된 사진&#10;&#10;자동 생성된 설명">
            <a:extLst>
              <a:ext uri="{FF2B5EF4-FFF2-40B4-BE49-F238E27FC236}">
                <a16:creationId xmlns:a16="http://schemas.microsoft.com/office/drawing/2014/main" id="{103B40E4-0C9B-83F4-EFCC-2A298075D3F1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00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9" name="그림 108" descr="텍스트, 밤하늘이(가) 표시된 사진&#10;&#10;자동 생성된 설명">
            <a:extLst>
              <a:ext uri="{FF2B5EF4-FFF2-40B4-BE49-F238E27FC236}">
                <a16:creationId xmlns:a16="http://schemas.microsoft.com/office/drawing/2014/main" id="{43DB311C-8DE1-9053-6324-FFF73B8C12C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4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9C4CB4E0-9DE2-73B8-0DC3-CFE3BF79E29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3730249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테니스, 공이(가) 표시된 사진&#10;&#10;자동 생성된 설명">
            <a:extLst>
              <a:ext uri="{FF2B5EF4-FFF2-40B4-BE49-F238E27FC236}">
                <a16:creationId xmlns:a16="http://schemas.microsoft.com/office/drawing/2014/main" id="{227C624B-1F24-5389-2B80-CB10BE247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2" y="76761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A5255D4-382B-9F13-6F97-C2CC79FA6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394359"/>
            <a:ext cx="365714" cy="365714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</p:pic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F56758B0-52BD-F4DE-9044-C42881498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1140865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CAA4B5D-5BFD-06C9-F7BF-90D26F900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1" y="151411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9" name="그림 18" descr="텍스트, 시계, 손목시계, 게이지이(가) 표시된 사진&#10;&#10;자동 생성된 설명">
            <a:extLst>
              <a:ext uri="{FF2B5EF4-FFF2-40B4-BE49-F238E27FC236}">
                <a16:creationId xmlns:a16="http://schemas.microsoft.com/office/drawing/2014/main" id="{685D6ECC-1812-1B40-DA1D-6B4CA3A60B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0" y="188737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7A862DD-D00A-040E-0464-9C517E59D3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9" y="2270149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DF34E02-4877-E447-50F8-27C79D2281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302065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41" name="그림 40" descr="케이스이(가) 표시된 사진&#10;&#10;자동 생성된 설명">
            <a:extLst>
              <a:ext uri="{FF2B5EF4-FFF2-40B4-BE49-F238E27FC236}">
                <a16:creationId xmlns:a16="http://schemas.microsoft.com/office/drawing/2014/main" id="{169104D5-64AB-46D9-1F75-18060F3B4D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264425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9B156802-85CE-1126-474A-4D606ABA0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5FF3D138-F085-CE29-6203-54122D6F00EF}"/>
              </a:ext>
            </a:extLst>
          </p:cNvPr>
          <p:cNvSpPr/>
          <p:nvPr/>
        </p:nvSpPr>
        <p:spPr>
          <a:xfrm>
            <a:off x="0" y="-1"/>
            <a:ext cx="12192000" cy="34088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0" name="그림 159">
            <a:extLst>
              <a:ext uri="{FF2B5EF4-FFF2-40B4-BE49-F238E27FC236}">
                <a16:creationId xmlns:a16="http://schemas.microsoft.com/office/drawing/2014/main" id="{171EF08F-A8D5-8EA2-07E9-FE9D69476A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97"/>
            <a:ext cx="320000" cy="320000"/>
          </a:xfrm>
          <a:prstGeom prst="rect">
            <a:avLst/>
          </a:prstGeom>
          <a:ln>
            <a:noFill/>
          </a:ln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E2EA483A-63B9-7079-B554-C4A8C8F61BE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5518230"/>
            <a:ext cx="914286" cy="9142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0" name="그림 169" descr="텍스트이(가) 표시된 사진&#10;&#10;자동 생성된 설명">
            <a:extLst>
              <a:ext uri="{FF2B5EF4-FFF2-40B4-BE49-F238E27FC236}">
                <a16:creationId xmlns:a16="http://schemas.microsoft.com/office/drawing/2014/main" id="{82ECD67D-F630-DF0E-3ACA-5596A4EEABF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121" y="9571"/>
            <a:ext cx="320000" cy="320000"/>
          </a:xfrm>
          <a:prstGeom prst="rect">
            <a:avLst/>
          </a:prstGeom>
        </p:spPr>
      </p:pic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CBDD0FC9-92DD-3296-602D-9F4C25ADCBE1}"/>
              </a:ext>
            </a:extLst>
          </p:cNvPr>
          <p:cNvSpPr/>
          <p:nvPr/>
        </p:nvSpPr>
        <p:spPr>
          <a:xfrm>
            <a:off x="0" y="6476744"/>
            <a:ext cx="12192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5D2F71-9351-51AA-5569-3FAAC7FBE799}"/>
              </a:ext>
            </a:extLst>
          </p:cNvPr>
          <p:cNvSpPr/>
          <p:nvPr/>
        </p:nvSpPr>
        <p:spPr>
          <a:xfrm>
            <a:off x="9391650" y="382421"/>
            <a:ext cx="2114550" cy="13797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그림 42" descr="옅은이(가) 표시된 사진&#10;&#10;자동 생성된 설명">
            <a:extLst>
              <a:ext uri="{FF2B5EF4-FFF2-40B4-BE49-F238E27FC236}">
                <a16:creationId xmlns:a16="http://schemas.microsoft.com/office/drawing/2014/main" id="{790B67A0-D79D-130A-6D3E-196805B94A9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57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2" name="그림 51" descr="실루엣, 밤하늘이(가) 표시된 사진&#10;&#10;자동 생성된 설명">
            <a:extLst>
              <a:ext uri="{FF2B5EF4-FFF2-40B4-BE49-F238E27FC236}">
                <a16:creationId xmlns:a16="http://schemas.microsoft.com/office/drawing/2014/main" id="{E2531609-0410-C699-C699-B0035033F9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482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5C886CAB-3D29-0261-739B-48E0856F34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007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7" name="그림 56" descr="텍스트, 창문, 클립아트이(가) 표시된 사진&#10;&#10;자동 생성된 설명">
            <a:extLst>
              <a:ext uri="{FF2B5EF4-FFF2-40B4-BE49-F238E27FC236}">
                <a16:creationId xmlns:a16="http://schemas.microsoft.com/office/drawing/2014/main" id="{D8B7A9D4-B05D-8A96-C047-D0EFBCF36D2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532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5F2E2D5F-50B2-6E9A-067D-F5CCD15981C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57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A492E186-59CC-D226-1D83-82C440FB451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57" y="504882"/>
            <a:ext cx="365714" cy="365714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325800CD-7C47-CFA0-D8FF-76D853958DC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482" y="50488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9" name="그림 68" descr="게이지이(가) 표시된 사진&#10;&#10;자동 생성된 설명">
            <a:extLst>
              <a:ext uri="{FF2B5EF4-FFF2-40B4-BE49-F238E27FC236}">
                <a16:creationId xmlns:a16="http://schemas.microsoft.com/office/drawing/2014/main" id="{A9455F77-907B-112A-AE48-A36D01BCD70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007" y="50488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E155D22F-9372-7A3A-DAD5-C08EE1AE0BB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532" y="50488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EF693AD7-809C-AAE9-B4D7-8C6C685E14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57" y="50488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190188DD-A24A-A064-4C4E-632C5E7689D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57" y="128593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7" name="그림 106" descr="텍스트이(가) 표시된 사진&#10;&#10;자동 생성된 설명">
            <a:extLst>
              <a:ext uri="{FF2B5EF4-FFF2-40B4-BE49-F238E27FC236}">
                <a16:creationId xmlns:a16="http://schemas.microsoft.com/office/drawing/2014/main" id="{3E292D12-12C6-A38B-4B1D-E49D1AE2FEE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482" y="128593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120" name="연결선: 꺾임 119">
            <a:extLst>
              <a:ext uri="{FF2B5EF4-FFF2-40B4-BE49-F238E27FC236}">
                <a16:creationId xmlns:a16="http://schemas.microsoft.com/office/drawing/2014/main" id="{4A250362-059D-8FE8-3D53-7E1FCD312FC3}"/>
              </a:ext>
            </a:extLst>
          </p:cNvPr>
          <p:cNvCxnSpPr>
            <a:stCxn id="13" idx="1"/>
            <a:endCxn id="5" idx="3"/>
          </p:cNvCxnSpPr>
          <p:nvPr/>
        </p:nvCxnSpPr>
        <p:spPr>
          <a:xfrm rot="10800000" flipV="1">
            <a:off x="11506201" y="577215"/>
            <a:ext cx="262213" cy="495057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2DC4454C-F830-69C7-887F-42A8FBBCDA45}"/>
              </a:ext>
            </a:extLst>
          </p:cNvPr>
          <p:cNvSpPr/>
          <p:nvPr/>
        </p:nvSpPr>
        <p:spPr>
          <a:xfrm>
            <a:off x="9391650" y="1792120"/>
            <a:ext cx="2114550" cy="10516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C784DB3D-8736-DD5F-AAA4-6FCD5473AA2B}"/>
              </a:ext>
            </a:extLst>
          </p:cNvPr>
          <p:cNvSpPr/>
          <p:nvPr/>
        </p:nvSpPr>
        <p:spPr>
          <a:xfrm>
            <a:off x="9486957" y="1835483"/>
            <a:ext cx="222896" cy="21472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097CDE3-D531-53F2-17AB-C380095A33F7}"/>
              </a:ext>
            </a:extLst>
          </p:cNvPr>
          <p:cNvSpPr txBox="1"/>
          <p:nvPr/>
        </p:nvSpPr>
        <p:spPr>
          <a:xfrm>
            <a:off x="9732167" y="1835235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A4756DE-A24C-3274-9CF8-DAF80764D0AD}"/>
              </a:ext>
            </a:extLst>
          </p:cNvPr>
          <p:cNvSpPr/>
          <p:nvPr/>
        </p:nvSpPr>
        <p:spPr>
          <a:xfrm>
            <a:off x="9486957" y="2073608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A2F5B9D-14C3-36CA-1094-7D60BFB1D6C2}"/>
              </a:ext>
            </a:extLst>
          </p:cNvPr>
          <p:cNvSpPr txBox="1"/>
          <p:nvPr/>
        </p:nvSpPr>
        <p:spPr>
          <a:xfrm>
            <a:off x="9732167" y="2073360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Center Coordinate</a:t>
            </a:r>
            <a:endParaRPr lang="ko-KR" altLang="en-US" sz="800" dirty="0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573525E3-059C-1882-7442-B17A7AB75168}"/>
              </a:ext>
            </a:extLst>
          </p:cNvPr>
          <p:cNvSpPr/>
          <p:nvPr/>
        </p:nvSpPr>
        <p:spPr>
          <a:xfrm>
            <a:off x="9486958" y="2309616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1DB5DF4-889F-D5ED-F05D-D74468541536}"/>
              </a:ext>
            </a:extLst>
          </p:cNvPr>
          <p:cNvSpPr txBox="1"/>
          <p:nvPr/>
        </p:nvSpPr>
        <p:spPr>
          <a:xfrm>
            <a:off x="9732168" y="2309368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Reference Coordinate</a:t>
            </a:r>
            <a:endParaRPr lang="ko-KR" altLang="en-US" sz="800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AA80B7D0-60CA-50D2-3630-F4F47D16C2F1}"/>
              </a:ext>
            </a:extLst>
          </p:cNvPr>
          <p:cNvSpPr/>
          <p:nvPr/>
        </p:nvSpPr>
        <p:spPr>
          <a:xfrm>
            <a:off x="9486958" y="2547741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7395C58-4021-9D55-42D3-94E31868E442}"/>
              </a:ext>
            </a:extLst>
          </p:cNvPr>
          <p:cNvSpPr txBox="1"/>
          <p:nvPr/>
        </p:nvSpPr>
        <p:spPr>
          <a:xfrm>
            <a:off x="9732168" y="2547493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Multi Hole Coordinates</a:t>
            </a:r>
            <a:endParaRPr lang="ko-KR" altLang="en-US" sz="800" dirty="0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B683C2BE-A655-E4B9-0BF9-6D0CADA0BEE3}"/>
              </a:ext>
            </a:extLst>
          </p:cNvPr>
          <p:cNvSpPr/>
          <p:nvPr/>
        </p:nvSpPr>
        <p:spPr>
          <a:xfrm>
            <a:off x="9391650" y="2897020"/>
            <a:ext cx="2114550" cy="4639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FE120B9-11F6-84D0-0C78-0F756ABE89EF}"/>
              </a:ext>
            </a:extLst>
          </p:cNvPr>
          <p:cNvSpPr txBox="1"/>
          <p:nvPr/>
        </p:nvSpPr>
        <p:spPr>
          <a:xfrm>
            <a:off x="9393579" y="2897020"/>
            <a:ext cx="211262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Status</a:t>
            </a:r>
            <a:endParaRPr lang="ko-KR" altLang="en-US" sz="8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319154E-DB72-267C-D7F8-2D737C6DC29C}"/>
              </a:ext>
            </a:extLst>
          </p:cNvPr>
          <p:cNvSpPr txBox="1"/>
          <p:nvPr/>
        </p:nvSpPr>
        <p:spPr>
          <a:xfrm>
            <a:off x="9396453" y="3129934"/>
            <a:ext cx="2112621" cy="215444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a point.</a:t>
            </a:r>
            <a:endParaRPr lang="ko-KR" altLang="en-US" sz="800" dirty="0"/>
          </a:p>
        </p:txBody>
      </p: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899C5CA3-ED77-1F72-A8BB-5AC15DB936FD}"/>
              </a:ext>
            </a:extLst>
          </p:cNvPr>
          <p:cNvCxnSpPr>
            <a:stCxn id="63" idx="1"/>
            <a:endCxn id="151" idx="1"/>
          </p:cNvCxnSpPr>
          <p:nvPr/>
        </p:nvCxnSpPr>
        <p:spPr>
          <a:xfrm rot="10800000" flipV="1">
            <a:off x="9391651" y="687739"/>
            <a:ext cx="95307" cy="1630206"/>
          </a:xfrm>
          <a:prstGeom prst="bentConnector3">
            <a:avLst>
              <a:gd name="adj1" fmla="val 339856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7170A10A-4F4E-442B-282F-702F3D638CE0}"/>
              </a:ext>
            </a:extLst>
          </p:cNvPr>
          <p:cNvSpPr/>
          <p:nvPr/>
        </p:nvSpPr>
        <p:spPr>
          <a:xfrm>
            <a:off x="6753225" y="391946"/>
            <a:ext cx="2114550" cy="13797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7" name="그림 166" descr="옅은이(가) 표시된 사진&#10;&#10;자동 생성된 설명">
            <a:extLst>
              <a:ext uri="{FF2B5EF4-FFF2-40B4-BE49-F238E27FC236}">
                <a16:creationId xmlns:a16="http://schemas.microsoft.com/office/drawing/2014/main" id="{CD5CCB7D-AA5E-5BF8-55F7-4FCD6F90B1B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532" y="90493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8" name="그림 167" descr="실루엣, 밤하늘이(가) 표시된 사진&#10;&#10;자동 생성된 설명">
            <a:extLst>
              <a:ext uri="{FF2B5EF4-FFF2-40B4-BE49-F238E27FC236}">
                <a16:creationId xmlns:a16="http://schemas.microsoft.com/office/drawing/2014/main" id="{F0B04121-51EA-C83C-34EA-4D7BF2B6C60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57" y="90493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9" name="그림 168">
            <a:extLst>
              <a:ext uri="{FF2B5EF4-FFF2-40B4-BE49-F238E27FC236}">
                <a16:creationId xmlns:a16="http://schemas.microsoft.com/office/drawing/2014/main" id="{106AC839-2CE4-0AFD-6E1C-75AB6AD02B3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582" y="90493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2" name="그림 171" descr="텍스트, 창문, 클립아트이(가) 표시된 사진&#10;&#10;자동 생성된 설명">
            <a:extLst>
              <a:ext uri="{FF2B5EF4-FFF2-40B4-BE49-F238E27FC236}">
                <a16:creationId xmlns:a16="http://schemas.microsoft.com/office/drawing/2014/main" id="{5A28EC9C-3EAA-FF98-0A6C-EF1F6AC7130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107" y="90493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3" name="그림 172">
            <a:extLst>
              <a:ext uri="{FF2B5EF4-FFF2-40B4-BE49-F238E27FC236}">
                <a16:creationId xmlns:a16="http://schemas.microsoft.com/office/drawing/2014/main" id="{1D5574ED-F139-0031-A705-4476A77B72E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632" y="90493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4" name="그림 173">
            <a:extLst>
              <a:ext uri="{FF2B5EF4-FFF2-40B4-BE49-F238E27FC236}">
                <a16:creationId xmlns:a16="http://schemas.microsoft.com/office/drawing/2014/main" id="{B0D5F89E-473D-6A9F-4C8E-17A6BA079E0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532" y="514407"/>
            <a:ext cx="365714" cy="365714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</p:pic>
      <p:pic>
        <p:nvPicPr>
          <p:cNvPr id="175" name="그림 174">
            <a:extLst>
              <a:ext uri="{FF2B5EF4-FFF2-40B4-BE49-F238E27FC236}">
                <a16:creationId xmlns:a16="http://schemas.microsoft.com/office/drawing/2014/main" id="{8F9E0843-39B5-7CC2-4440-44159264612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57" y="514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6" name="그림 175" descr="게이지이(가) 표시된 사진&#10;&#10;자동 생성된 설명">
            <a:extLst>
              <a:ext uri="{FF2B5EF4-FFF2-40B4-BE49-F238E27FC236}">
                <a16:creationId xmlns:a16="http://schemas.microsoft.com/office/drawing/2014/main" id="{B0D2B659-90E2-5334-9C19-110345BC063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582" y="514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FF62A7BC-47C6-70E7-4BD2-4FD1771B9A1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107" y="514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58687FC4-D8B6-A458-6DD3-A10F98B1582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632" y="5144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79" name="그림 178">
            <a:extLst>
              <a:ext uri="{FF2B5EF4-FFF2-40B4-BE49-F238E27FC236}">
                <a16:creationId xmlns:a16="http://schemas.microsoft.com/office/drawing/2014/main" id="{D25A59EB-6035-3E69-5D11-D2FDC2C5558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8532" y="129545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80" name="그림 179" descr="텍스트이(가) 표시된 사진&#10;&#10;자동 생성된 설명">
            <a:extLst>
              <a:ext uri="{FF2B5EF4-FFF2-40B4-BE49-F238E27FC236}">
                <a16:creationId xmlns:a16="http://schemas.microsoft.com/office/drawing/2014/main" id="{D025EF03-7A31-A101-9E70-CD58CB341DD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57" y="129545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8927E742-7AEC-2AFF-6E37-5EC2B30D32A9}"/>
              </a:ext>
            </a:extLst>
          </p:cNvPr>
          <p:cNvSpPr/>
          <p:nvPr/>
        </p:nvSpPr>
        <p:spPr>
          <a:xfrm>
            <a:off x="6753225" y="1801645"/>
            <a:ext cx="2114550" cy="10516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57AED5DB-1898-E6DB-C456-DFA0BB62EFA7}"/>
              </a:ext>
            </a:extLst>
          </p:cNvPr>
          <p:cNvSpPr/>
          <p:nvPr/>
        </p:nvSpPr>
        <p:spPr>
          <a:xfrm>
            <a:off x="6848532" y="1845008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139EA50B-FDFF-3C64-2D52-187A0A5245EE}"/>
              </a:ext>
            </a:extLst>
          </p:cNvPr>
          <p:cNvSpPr txBox="1"/>
          <p:nvPr/>
        </p:nvSpPr>
        <p:spPr>
          <a:xfrm>
            <a:off x="7093742" y="1844760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A93FE64E-720B-7BD5-AC8F-F745BED00286}"/>
              </a:ext>
            </a:extLst>
          </p:cNvPr>
          <p:cNvSpPr/>
          <p:nvPr/>
        </p:nvSpPr>
        <p:spPr>
          <a:xfrm>
            <a:off x="6848532" y="2083133"/>
            <a:ext cx="222896" cy="21472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22A4F10-4547-93FF-CB81-5843C135FE40}"/>
              </a:ext>
            </a:extLst>
          </p:cNvPr>
          <p:cNvSpPr txBox="1"/>
          <p:nvPr/>
        </p:nvSpPr>
        <p:spPr>
          <a:xfrm>
            <a:off x="7093742" y="2082885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Center Coordinate</a:t>
            </a:r>
            <a:endParaRPr lang="ko-KR" altLang="en-US" sz="800" dirty="0"/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B5A6A067-97F6-DA3A-3885-A6C0B79A520C}"/>
              </a:ext>
            </a:extLst>
          </p:cNvPr>
          <p:cNvSpPr/>
          <p:nvPr/>
        </p:nvSpPr>
        <p:spPr>
          <a:xfrm>
            <a:off x="6848533" y="2319141"/>
            <a:ext cx="222896" cy="214721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01961D2-5127-5C4B-7812-FE4681EBFE37}"/>
              </a:ext>
            </a:extLst>
          </p:cNvPr>
          <p:cNvSpPr txBox="1"/>
          <p:nvPr/>
        </p:nvSpPr>
        <p:spPr>
          <a:xfrm>
            <a:off x="7093743" y="2318893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Reference Coordinate</a:t>
            </a:r>
            <a:endParaRPr lang="ko-KR" altLang="en-US" sz="800" dirty="0"/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3FE6E949-7FDE-902D-4BC8-B5F4FB9C7596}"/>
              </a:ext>
            </a:extLst>
          </p:cNvPr>
          <p:cNvSpPr/>
          <p:nvPr/>
        </p:nvSpPr>
        <p:spPr>
          <a:xfrm>
            <a:off x="6848533" y="2557266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F8D3712-3E42-3714-330E-A12F1CCE174F}"/>
              </a:ext>
            </a:extLst>
          </p:cNvPr>
          <p:cNvSpPr txBox="1"/>
          <p:nvPr/>
        </p:nvSpPr>
        <p:spPr>
          <a:xfrm>
            <a:off x="7093743" y="2557018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Multi Hole Coordinates</a:t>
            </a:r>
            <a:endParaRPr lang="ko-KR" altLang="en-US" sz="800" dirty="0"/>
          </a:p>
        </p:txBody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1ECC2923-95D1-D123-3E37-0362831C2FDE}"/>
              </a:ext>
            </a:extLst>
          </p:cNvPr>
          <p:cNvSpPr/>
          <p:nvPr/>
        </p:nvSpPr>
        <p:spPr>
          <a:xfrm>
            <a:off x="6753225" y="2906545"/>
            <a:ext cx="2114550" cy="4639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DF73ADA-0467-2C87-DE6E-E117340F3139}"/>
              </a:ext>
            </a:extLst>
          </p:cNvPr>
          <p:cNvSpPr txBox="1"/>
          <p:nvPr/>
        </p:nvSpPr>
        <p:spPr>
          <a:xfrm>
            <a:off x="6755154" y="2906545"/>
            <a:ext cx="211262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Status</a:t>
            </a:r>
            <a:endParaRPr lang="ko-KR" altLang="en-US" sz="800" dirty="0"/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ABB252EF-22B0-C7E7-DA1C-CA3DB8550537}"/>
              </a:ext>
            </a:extLst>
          </p:cNvPr>
          <p:cNvSpPr txBox="1"/>
          <p:nvPr/>
        </p:nvSpPr>
        <p:spPr>
          <a:xfrm>
            <a:off x="6758028" y="3139459"/>
            <a:ext cx="2112621" cy="215444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an arc</a:t>
            </a:r>
            <a:endParaRPr lang="ko-KR" altLang="en-US" sz="800" dirty="0"/>
          </a:p>
        </p:txBody>
      </p:sp>
      <p:cxnSp>
        <p:nvCxnSpPr>
          <p:cNvPr id="193" name="연결선: 꺾임 192">
            <a:extLst>
              <a:ext uri="{FF2B5EF4-FFF2-40B4-BE49-F238E27FC236}">
                <a16:creationId xmlns:a16="http://schemas.microsoft.com/office/drawing/2014/main" id="{F4A194E7-E2F9-58B8-1756-2EDF44CEBBFA}"/>
              </a:ext>
            </a:extLst>
          </p:cNvPr>
          <p:cNvCxnSpPr>
            <a:stCxn id="174" idx="1"/>
            <a:endCxn id="181" idx="1"/>
          </p:cNvCxnSpPr>
          <p:nvPr/>
        </p:nvCxnSpPr>
        <p:spPr>
          <a:xfrm rot="10800000" flipV="1">
            <a:off x="6753226" y="697264"/>
            <a:ext cx="95307" cy="1630206"/>
          </a:xfrm>
          <a:prstGeom prst="bentConnector3">
            <a:avLst>
              <a:gd name="adj1" fmla="val 339856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73151773-7F36-D6B8-9786-2960036DBB1F}"/>
              </a:ext>
            </a:extLst>
          </p:cNvPr>
          <p:cNvSpPr/>
          <p:nvPr/>
        </p:nvSpPr>
        <p:spPr>
          <a:xfrm>
            <a:off x="4092716" y="403883"/>
            <a:ext cx="2114550" cy="13797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5" name="그림 194" descr="옅은이(가) 표시된 사진&#10;&#10;자동 생성된 설명">
            <a:extLst>
              <a:ext uri="{FF2B5EF4-FFF2-40B4-BE49-F238E27FC236}">
                <a16:creationId xmlns:a16="http://schemas.microsoft.com/office/drawing/2014/main" id="{F87F10F5-DCBC-D44E-772F-E90891B6216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023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6" name="그림 195" descr="실루엣, 밤하늘이(가) 표시된 사진&#10;&#10;자동 생성된 설명">
            <a:extLst>
              <a:ext uri="{FF2B5EF4-FFF2-40B4-BE49-F238E27FC236}">
                <a16:creationId xmlns:a16="http://schemas.microsoft.com/office/drawing/2014/main" id="{30CDD0AD-5B64-0F02-2637-508504B4B4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548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7" name="그림 196">
            <a:extLst>
              <a:ext uri="{FF2B5EF4-FFF2-40B4-BE49-F238E27FC236}">
                <a16:creationId xmlns:a16="http://schemas.microsoft.com/office/drawing/2014/main" id="{97A33EB8-43E6-710C-278F-E631744E6A1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073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8" name="그림 197" descr="텍스트, 창문, 클립아트이(가) 표시된 사진&#10;&#10;자동 생성된 설명">
            <a:extLst>
              <a:ext uri="{FF2B5EF4-FFF2-40B4-BE49-F238E27FC236}">
                <a16:creationId xmlns:a16="http://schemas.microsoft.com/office/drawing/2014/main" id="{E3ED7E7D-EE7B-E7D1-2910-39A7897BDB6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598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9" name="그림 198">
            <a:extLst>
              <a:ext uri="{FF2B5EF4-FFF2-40B4-BE49-F238E27FC236}">
                <a16:creationId xmlns:a16="http://schemas.microsoft.com/office/drawing/2014/main" id="{2FD935D5-2552-E5C8-B029-D590C9E5CFA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123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0" name="그림 199">
            <a:extLst>
              <a:ext uri="{FF2B5EF4-FFF2-40B4-BE49-F238E27FC236}">
                <a16:creationId xmlns:a16="http://schemas.microsoft.com/office/drawing/2014/main" id="{C4A54BC2-7ABC-DF16-FC76-8AF0DB7AB4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023" y="526344"/>
            <a:ext cx="365714" cy="365714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</p:pic>
      <p:pic>
        <p:nvPicPr>
          <p:cNvPr id="201" name="그림 200">
            <a:extLst>
              <a:ext uri="{FF2B5EF4-FFF2-40B4-BE49-F238E27FC236}">
                <a16:creationId xmlns:a16="http://schemas.microsoft.com/office/drawing/2014/main" id="{037968D4-3250-470F-9A7A-974CF2E2A45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548" y="52634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2" name="그림 201" descr="게이지이(가) 표시된 사진&#10;&#10;자동 생성된 설명">
            <a:extLst>
              <a:ext uri="{FF2B5EF4-FFF2-40B4-BE49-F238E27FC236}">
                <a16:creationId xmlns:a16="http://schemas.microsoft.com/office/drawing/2014/main" id="{6C673245-1024-5BE3-6DCD-2062EB859FC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073" y="52634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3" name="그림 202">
            <a:extLst>
              <a:ext uri="{FF2B5EF4-FFF2-40B4-BE49-F238E27FC236}">
                <a16:creationId xmlns:a16="http://schemas.microsoft.com/office/drawing/2014/main" id="{EC37A48A-6E70-925E-5111-D19C939A32F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598" y="52634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4" name="그림 203">
            <a:extLst>
              <a:ext uri="{FF2B5EF4-FFF2-40B4-BE49-F238E27FC236}">
                <a16:creationId xmlns:a16="http://schemas.microsoft.com/office/drawing/2014/main" id="{FD31C1A4-352D-AE96-F8F5-AED612B66DB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123" y="526344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05" name="그림 204">
            <a:extLst>
              <a:ext uri="{FF2B5EF4-FFF2-40B4-BE49-F238E27FC236}">
                <a16:creationId xmlns:a16="http://schemas.microsoft.com/office/drawing/2014/main" id="{46C39C7A-F48B-B5ED-1C12-BAB4B11A99D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023" y="1307394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06" name="그림 205" descr="텍스트이(가) 표시된 사진&#10;&#10;자동 생성된 설명">
            <a:extLst>
              <a:ext uri="{FF2B5EF4-FFF2-40B4-BE49-F238E27FC236}">
                <a16:creationId xmlns:a16="http://schemas.microsoft.com/office/drawing/2014/main" id="{F2E9F07B-2EC1-8343-2821-6947D819DC5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8548" y="1307394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23E0929B-5E37-F6FC-4294-1320F131148C}"/>
              </a:ext>
            </a:extLst>
          </p:cNvPr>
          <p:cNvSpPr/>
          <p:nvPr/>
        </p:nvSpPr>
        <p:spPr>
          <a:xfrm>
            <a:off x="4092716" y="1813582"/>
            <a:ext cx="2114550" cy="10516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93CF1C44-40BC-59B0-D2F2-587A46F4E105}"/>
              </a:ext>
            </a:extLst>
          </p:cNvPr>
          <p:cNvSpPr/>
          <p:nvPr/>
        </p:nvSpPr>
        <p:spPr>
          <a:xfrm>
            <a:off x="4188023" y="1856945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5A47AEA3-76D6-4310-7639-B3DAE6CFEFBD}"/>
              </a:ext>
            </a:extLst>
          </p:cNvPr>
          <p:cNvSpPr txBox="1"/>
          <p:nvPr/>
        </p:nvSpPr>
        <p:spPr>
          <a:xfrm>
            <a:off x="4433233" y="1856697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225AE2F9-7EB6-E7A2-04FE-FD62B98D84B6}"/>
              </a:ext>
            </a:extLst>
          </p:cNvPr>
          <p:cNvSpPr/>
          <p:nvPr/>
        </p:nvSpPr>
        <p:spPr>
          <a:xfrm>
            <a:off x="4188023" y="2095070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631B8F40-8F32-9E92-AE4D-07137E171CDA}"/>
              </a:ext>
            </a:extLst>
          </p:cNvPr>
          <p:cNvSpPr txBox="1"/>
          <p:nvPr/>
        </p:nvSpPr>
        <p:spPr>
          <a:xfrm>
            <a:off x="4433233" y="2094822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Center Coordinate</a:t>
            </a:r>
            <a:endParaRPr lang="ko-KR" altLang="en-US" sz="800" dirty="0"/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57028911-5EDF-FC9A-C9F3-D693FE89C856}"/>
              </a:ext>
            </a:extLst>
          </p:cNvPr>
          <p:cNvSpPr/>
          <p:nvPr/>
        </p:nvSpPr>
        <p:spPr>
          <a:xfrm>
            <a:off x="4188024" y="2331078"/>
            <a:ext cx="222896" cy="21472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3B21D15-B2B1-D5AB-27CF-FC1F313C574B}"/>
              </a:ext>
            </a:extLst>
          </p:cNvPr>
          <p:cNvSpPr txBox="1"/>
          <p:nvPr/>
        </p:nvSpPr>
        <p:spPr>
          <a:xfrm>
            <a:off x="4433234" y="2330830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Reference Coordinate</a:t>
            </a:r>
            <a:endParaRPr lang="ko-KR" altLang="en-US" sz="800" dirty="0"/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06182D9E-C6EA-725C-7CD6-51F6ADCCAC7D}"/>
              </a:ext>
            </a:extLst>
          </p:cNvPr>
          <p:cNvSpPr/>
          <p:nvPr/>
        </p:nvSpPr>
        <p:spPr>
          <a:xfrm>
            <a:off x="4188024" y="2569203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7169D31-858B-798E-A3E8-E8E876B1AE98}"/>
              </a:ext>
            </a:extLst>
          </p:cNvPr>
          <p:cNvSpPr txBox="1"/>
          <p:nvPr/>
        </p:nvSpPr>
        <p:spPr>
          <a:xfrm>
            <a:off x="4433234" y="2568955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Multi Hole Coordinates</a:t>
            </a:r>
            <a:endParaRPr lang="ko-KR" altLang="en-US" sz="800" dirty="0"/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0BAAC1C6-758D-61D1-359A-ECD2FCF66D5E}"/>
              </a:ext>
            </a:extLst>
          </p:cNvPr>
          <p:cNvSpPr/>
          <p:nvPr/>
        </p:nvSpPr>
        <p:spPr>
          <a:xfrm>
            <a:off x="4092716" y="4910047"/>
            <a:ext cx="2114550" cy="4639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4A869D5-D834-B1C4-A16F-85823414378C}"/>
              </a:ext>
            </a:extLst>
          </p:cNvPr>
          <p:cNvSpPr txBox="1"/>
          <p:nvPr/>
        </p:nvSpPr>
        <p:spPr>
          <a:xfrm>
            <a:off x="4094645" y="4910047"/>
            <a:ext cx="211262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Status</a:t>
            </a:r>
            <a:endParaRPr lang="ko-KR" altLang="en-US" sz="80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91BD7292-D6B0-16CB-7368-4E5A06D3B6F0}"/>
              </a:ext>
            </a:extLst>
          </p:cNvPr>
          <p:cNvSpPr txBox="1"/>
          <p:nvPr/>
        </p:nvSpPr>
        <p:spPr>
          <a:xfrm>
            <a:off x="4097519" y="5142961"/>
            <a:ext cx="2112621" cy="215444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a point or a reference axis</a:t>
            </a:r>
            <a:endParaRPr lang="ko-KR" altLang="en-US" sz="800" dirty="0"/>
          </a:p>
        </p:txBody>
      </p:sp>
      <p:cxnSp>
        <p:nvCxnSpPr>
          <p:cNvPr id="219" name="연결선: 꺾임 218">
            <a:extLst>
              <a:ext uri="{FF2B5EF4-FFF2-40B4-BE49-F238E27FC236}">
                <a16:creationId xmlns:a16="http://schemas.microsoft.com/office/drawing/2014/main" id="{F9A85299-BDA2-EE48-4793-BF0B7789DE48}"/>
              </a:ext>
            </a:extLst>
          </p:cNvPr>
          <p:cNvCxnSpPr>
            <a:stCxn id="200" idx="1"/>
            <a:endCxn id="207" idx="1"/>
          </p:cNvCxnSpPr>
          <p:nvPr/>
        </p:nvCxnSpPr>
        <p:spPr>
          <a:xfrm rot="10800000" flipV="1">
            <a:off x="4092717" y="709201"/>
            <a:ext cx="95307" cy="1630206"/>
          </a:xfrm>
          <a:prstGeom prst="bentConnector3">
            <a:avLst>
              <a:gd name="adj1" fmla="val 339856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658D9C9C-7281-A20C-B197-E5A7D68B1408}"/>
              </a:ext>
            </a:extLst>
          </p:cNvPr>
          <p:cNvSpPr/>
          <p:nvPr/>
        </p:nvSpPr>
        <p:spPr>
          <a:xfrm>
            <a:off x="4092716" y="2918187"/>
            <a:ext cx="2114550" cy="19557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2FCD748-701D-24FE-30E1-BD7CC3EAF9E4}"/>
              </a:ext>
            </a:extLst>
          </p:cNvPr>
          <p:cNvSpPr txBox="1"/>
          <p:nvPr/>
        </p:nvSpPr>
        <p:spPr>
          <a:xfrm>
            <a:off x="4094645" y="2918187"/>
            <a:ext cx="211262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Options</a:t>
            </a:r>
            <a:endParaRPr lang="ko-KR" altLang="en-US" sz="8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6838A2C-3156-EE59-A9D2-AAE3D3010164}"/>
              </a:ext>
            </a:extLst>
          </p:cNvPr>
          <p:cNvSpPr txBox="1"/>
          <p:nvPr/>
        </p:nvSpPr>
        <p:spPr>
          <a:xfrm>
            <a:off x="4188023" y="3201531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Axis Name</a:t>
            </a:r>
            <a:endParaRPr lang="ko-KR" altLang="en-US" sz="8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C912F43-958F-AC3E-C5AD-B00E50423D7E}"/>
              </a:ext>
            </a:extLst>
          </p:cNvPr>
          <p:cNvSpPr txBox="1"/>
          <p:nvPr/>
        </p:nvSpPr>
        <p:spPr>
          <a:xfrm>
            <a:off x="4188023" y="3439656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Prefix Name</a:t>
            </a:r>
            <a:endParaRPr lang="ko-KR" altLang="en-US" sz="8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20C3232-0711-6BE0-635D-339DB291696D}"/>
              </a:ext>
            </a:extLst>
          </p:cNvPr>
          <p:cNvSpPr txBox="1"/>
          <p:nvPr/>
        </p:nvSpPr>
        <p:spPr>
          <a:xfrm>
            <a:off x="4188024" y="3675664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Prefix</a:t>
            </a:r>
            <a:endParaRPr lang="ko-KR" altLang="en-US" sz="800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6D8F072-1F4D-E726-5149-183570163B60}"/>
              </a:ext>
            </a:extLst>
          </p:cNvPr>
          <p:cNvSpPr txBox="1"/>
          <p:nvPr/>
        </p:nvSpPr>
        <p:spPr>
          <a:xfrm>
            <a:off x="4188024" y="3913789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Base Serial Number</a:t>
            </a:r>
            <a:endParaRPr lang="ko-KR" altLang="en-US" sz="8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A5E242A2-28F9-535E-B46F-954F1AE7E153}"/>
              </a:ext>
            </a:extLst>
          </p:cNvPr>
          <p:cNvSpPr txBox="1"/>
          <p:nvPr/>
        </p:nvSpPr>
        <p:spPr>
          <a:xfrm>
            <a:off x="4188026" y="4149792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X-Coordinate</a:t>
            </a:r>
            <a:endParaRPr lang="ko-KR" altLang="en-US" sz="80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8DBE7798-88AB-6539-1BB5-42504321E52A}"/>
              </a:ext>
            </a:extLst>
          </p:cNvPr>
          <p:cNvSpPr txBox="1"/>
          <p:nvPr/>
        </p:nvSpPr>
        <p:spPr>
          <a:xfrm>
            <a:off x="4188026" y="4387917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Y-Coordinate</a:t>
            </a:r>
            <a:endParaRPr lang="ko-KR" altLang="en-US" sz="800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9E333EA6-E76A-9142-EB79-B717B8EFF836}"/>
              </a:ext>
            </a:extLst>
          </p:cNvPr>
          <p:cNvSpPr txBox="1"/>
          <p:nvPr/>
        </p:nvSpPr>
        <p:spPr>
          <a:xfrm>
            <a:off x="4188027" y="4623925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Z-Coordinate</a:t>
            </a:r>
            <a:endParaRPr lang="ko-KR" altLang="en-US" sz="800" dirty="0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E2FA979-E1A2-0C3F-1533-A44E836C53FF}"/>
              </a:ext>
            </a:extLst>
          </p:cNvPr>
          <p:cNvSpPr txBox="1"/>
          <p:nvPr/>
        </p:nvSpPr>
        <p:spPr>
          <a:xfrm>
            <a:off x="5389501" y="3198180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Axis 1</a:t>
            </a:r>
            <a:endParaRPr lang="ko-KR" altLang="en-US" sz="800" dirty="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F30D04DF-C054-19C4-CE5C-439A9148C7FA}"/>
              </a:ext>
            </a:extLst>
          </p:cNvPr>
          <p:cNvSpPr txBox="1"/>
          <p:nvPr/>
        </p:nvSpPr>
        <p:spPr>
          <a:xfrm>
            <a:off x="5389501" y="3436305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P</a:t>
            </a:r>
            <a:endParaRPr lang="ko-KR" altLang="en-US" sz="8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C8AB5EA8-2EFF-2416-1919-A97EF3FFACAF}"/>
              </a:ext>
            </a:extLst>
          </p:cNvPr>
          <p:cNvSpPr txBox="1"/>
          <p:nvPr/>
        </p:nvSpPr>
        <p:spPr>
          <a:xfrm>
            <a:off x="5389502" y="3672313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On/Off</a:t>
            </a:r>
            <a:endParaRPr lang="ko-KR" altLang="en-US" sz="800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5662AD15-264A-0FAF-3A13-D1243EAF2A53}"/>
              </a:ext>
            </a:extLst>
          </p:cNvPr>
          <p:cNvSpPr txBox="1"/>
          <p:nvPr/>
        </p:nvSpPr>
        <p:spPr>
          <a:xfrm>
            <a:off x="5389502" y="3910438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</a:t>
            </a:r>
            <a:endParaRPr lang="ko-KR" altLang="en-US" sz="8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0628FF1-395F-0666-3E2B-CF0836A1045A}"/>
              </a:ext>
            </a:extLst>
          </p:cNvPr>
          <p:cNvSpPr txBox="1"/>
          <p:nvPr/>
        </p:nvSpPr>
        <p:spPr>
          <a:xfrm>
            <a:off x="5389504" y="4146441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/>
              <a:t>On/Off</a:t>
            </a:r>
            <a:endParaRPr lang="ko-KR" altLang="en-US" sz="8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6D1693BB-75B0-59F2-8D65-33F451766400}"/>
              </a:ext>
            </a:extLst>
          </p:cNvPr>
          <p:cNvSpPr txBox="1"/>
          <p:nvPr/>
        </p:nvSpPr>
        <p:spPr>
          <a:xfrm>
            <a:off x="5389504" y="4384566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/>
              <a:t>On/Off</a:t>
            </a:r>
            <a:endParaRPr lang="ko-KR" altLang="en-US" sz="8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3C715182-2F3C-3E7C-D581-32E99B058545}"/>
              </a:ext>
            </a:extLst>
          </p:cNvPr>
          <p:cNvSpPr txBox="1"/>
          <p:nvPr/>
        </p:nvSpPr>
        <p:spPr>
          <a:xfrm>
            <a:off x="5389505" y="4620574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/>
              <a:t>On/Off</a:t>
            </a:r>
            <a:endParaRPr lang="ko-KR" altLang="en-US" sz="800" dirty="0"/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AEB84D94-960E-AF6A-F42A-66D49C571273}"/>
              </a:ext>
            </a:extLst>
          </p:cNvPr>
          <p:cNvSpPr/>
          <p:nvPr/>
        </p:nvSpPr>
        <p:spPr>
          <a:xfrm>
            <a:off x="1387616" y="403883"/>
            <a:ext cx="2114550" cy="13797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4" name="그림 263" descr="옅은이(가) 표시된 사진&#10;&#10;자동 생성된 설명">
            <a:extLst>
              <a:ext uri="{FF2B5EF4-FFF2-40B4-BE49-F238E27FC236}">
                <a16:creationId xmlns:a16="http://schemas.microsoft.com/office/drawing/2014/main" id="{C660880A-61D1-D9F5-C9AF-2B42AD40C79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923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5" name="그림 264" descr="실루엣, 밤하늘이(가) 표시된 사진&#10;&#10;자동 생성된 설명">
            <a:extLst>
              <a:ext uri="{FF2B5EF4-FFF2-40B4-BE49-F238E27FC236}">
                <a16:creationId xmlns:a16="http://schemas.microsoft.com/office/drawing/2014/main" id="{AB143A07-139A-2D8D-C8CB-5D0FD5C0C8E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448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6" name="그림 265">
            <a:extLst>
              <a:ext uri="{FF2B5EF4-FFF2-40B4-BE49-F238E27FC236}">
                <a16:creationId xmlns:a16="http://schemas.microsoft.com/office/drawing/2014/main" id="{685B4A30-B734-F265-5342-3AC684ACA29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973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7" name="그림 266" descr="텍스트, 창문, 클립아트이(가) 표시된 사진&#10;&#10;자동 생성된 설명">
            <a:extLst>
              <a:ext uri="{FF2B5EF4-FFF2-40B4-BE49-F238E27FC236}">
                <a16:creationId xmlns:a16="http://schemas.microsoft.com/office/drawing/2014/main" id="{57E378EE-0CD4-86A8-A7EB-07795E05A0C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498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8" name="그림 267">
            <a:extLst>
              <a:ext uri="{FF2B5EF4-FFF2-40B4-BE49-F238E27FC236}">
                <a16:creationId xmlns:a16="http://schemas.microsoft.com/office/drawing/2014/main" id="{87A07CFB-07DA-BC5D-5777-56414C9A6EA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023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9" name="그림 268">
            <a:extLst>
              <a:ext uri="{FF2B5EF4-FFF2-40B4-BE49-F238E27FC236}">
                <a16:creationId xmlns:a16="http://schemas.microsoft.com/office/drawing/2014/main" id="{A3267F39-1BFD-66C3-3F67-706C5C1D224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923" y="526344"/>
            <a:ext cx="365714" cy="365714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</p:pic>
      <p:pic>
        <p:nvPicPr>
          <p:cNvPr id="270" name="그림 269">
            <a:extLst>
              <a:ext uri="{FF2B5EF4-FFF2-40B4-BE49-F238E27FC236}">
                <a16:creationId xmlns:a16="http://schemas.microsoft.com/office/drawing/2014/main" id="{4290D117-9B27-0D6F-7A54-60076A74D9F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448" y="52634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1" name="그림 270" descr="게이지이(가) 표시된 사진&#10;&#10;자동 생성된 설명">
            <a:extLst>
              <a:ext uri="{FF2B5EF4-FFF2-40B4-BE49-F238E27FC236}">
                <a16:creationId xmlns:a16="http://schemas.microsoft.com/office/drawing/2014/main" id="{2E399E68-F982-9BF8-9035-5B4C40FA66B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973" y="52634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2" name="그림 271">
            <a:extLst>
              <a:ext uri="{FF2B5EF4-FFF2-40B4-BE49-F238E27FC236}">
                <a16:creationId xmlns:a16="http://schemas.microsoft.com/office/drawing/2014/main" id="{6805A866-9C67-9325-65D0-8300DAD715C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498" y="52634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3" name="그림 272">
            <a:extLst>
              <a:ext uri="{FF2B5EF4-FFF2-40B4-BE49-F238E27FC236}">
                <a16:creationId xmlns:a16="http://schemas.microsoft.com/office/drawing/2014/main" id="{9AB1E560-BC40-6B39-C2D1-8928E84930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023" y="526344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74" name="그림 273">
            <a:extLst>
              <a:ext uri="{FF2B5EF4-FFF2-40B4-BE49-F238E27FC236}">
                <a16:creationId xmlns:a16="http://schemas.microsoft.com/office/drawing/2014/main" id="{641CCE04-1655-94CA-AA69-012C0854461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923" y="1307394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75" name="그림 274" descr="텍스트이(가) 표시된 사진&#10;&#10;자동 생성된 설명">
            <a:extLst>
              <a:ext uri="{FF2B5EF4-FFF2-40B4-BE49-F238E27FC236}">
                <a16:creationId xmlns:a16="http://schemas.microsoft.com/office/drawing/2014/main" id="{98B06758-07AF-2EE5-D9C5-C2776940BB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448" y="1307394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8B6F0248-781B-F4A6-E53A-C2633BB59611}"/>
              </a:ext>
            </a:extLst>
          </p:cNvPr>
          <p:cNvSpPr/>
          <p:nvPr/>
        </p:nvSpPr>
        <p:spPr>
          <a:xfrm>
            <a:off x="1387616" y="1813582"/>
            <a:ext cx="2114550" cy="10516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5BAD7165-1B75-3847-FAD3-F07AEBC17BCB}"/>
              </a:ext>
            </a:extLst>
          </p:cNvPr>
          <p:cNvSpPr/>
          <p:nvPr/>
        </p:nvSpPr>
        <p:spPr>
          <a:xfrm>
            <a:off x="1482923" y="1856945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EFC62249-3397-3317-0D44-DF26EDFE32E9}"/>
              </a:ext>
            </a:extLst>
          </p:cNvPr>
          <p:cNvSpPr txBox="1"/>
          <p:nvPr/>
        </p:nvSpPr>
        <p:spPr>
          <a:xfrm>
            <a:off x="1728133" y="1856697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1AD3935B-8A11-34A5-DFE6-841DA0FD3A7D}"/>
              </a:ext>
            </a:extLst>
          </p:cNvPr>
          <p:cNvSpPr/>
          <p:nvPr/>
        </p:nvSpPr>
        <p:spPr>
          <a:xfrm>
            <a:off x="1482923" y="2095070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A0AB156E-86DC-0290-FB1C-9296E2982F06}"/>
              </a:ext>
            </a:extLst>
          </p:cNvPr>
          <p:cNvSpPr txBox="1"/>
          <p:nvPr/>
        </p:nvSpPr>
        <p:spPr>
          <a:xfrm>
            <a:off x="1728133" y="2094822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Center Coordinate</a:t>
            </a:r>
            <a:endParaRPr lang="ko-KR" altLang="en-US" sz="800" dirty="0"/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E6B78F47-B5E6-8D37-C692-1BA16319A73E}"/>
              </a:ext>
            </a:extLst>
          </p:cNvPr>
          <p:cNvSpPr/>
          <p:nvPr/>
        </p:nvSpPr>
        <p:spPr>
          <a:xfrm>
            <a:off x="1482924" y="2331078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E9F31C03-C272-AAEE-77FC-565FF724006E}"/>
              </a:ext>
            </a:extLst>
          </p:cNvPr>
          <p:cNvSpPr txBox="1"/>
          <p:nvPr/>
        </p:nvSpPr>
        <p:spPr>
          <a:xfrm>
            <a:off x="1728134" y="2330830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Reference Coordinate</a:t>
            </a:r>
            <a:endParaRPr lang="ko-KR" altLang="en-US" sz="800" dirty="0"/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83E9DD78-7DB2-EBF6-2419-5D523DEC6645}"/>
              </a:ext>
            </a:extLst>
          </p:cNvPr>
          <p:cNvSpPr/>
          <p:nvPr/>
        </p:nvSpPr>
        <p:spPr>
          <a:xfrm>
            <a:off x="1482924" y="2569203"/>
            <a:ext cx="222896" cy="21472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E579F92A-1471-7653-2061-9D7586D0EE81}"/>
              </a:ext>
            </a:extLst>
          </p:cNvPr>
          <p:cNvSpPr txBox="1"/>
          <p:nvPr/>
        </p:nvSpPr>
        <p:spPr>
          <a:xfrm>
            <a:off x="1728134" y="2568955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Multi Hole Coordinates</a:t>
            </a:r>
            <a:endParaRPr lang="ko-KR" altLang="en-US" sz="800" dirty="0"/>
          </a:p>
        </p:txBody>
      </p: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70F02711-3368-666B-9E9B-2A3E88731EE8}"/>
              </a:ext>
            </a:extLst>
          </p:cNvPr>
          <p:cNvSpPr/>
          <p:nvPr/>
        </p:nvSpPr>
        <p:spPr>
          <a:xfrm>
            <a:off x="1387616" y="5656243"/>
            <a:ext cx="2114550" cy="4639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CDA7D14B-034D-021A-0837-6FA26C1D6DDD}"/>
              </a:ext>
            </a:extLst>
          </p:cNvPr>
          <p:cNvSpPr txBox="1"/>
          <p:nvPr/>
        </p:nvSpPr>
        <p:spPr>
          <a:xfrm>
            <a:off x="1389545" y="5656243"/>
            <a:ext cx="211262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Status</a:t>
            </a:r>
            <a:endParaRPr lang="ko-KR" altLang="en-US" sz="800" dirty="0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DF0F53BF-D9F8-F2CE-5D63-A92D4C8FB8B4}"/>
              </a:ext>
            </a:extLst>
          </p:cNvPr>
          <p:cNvSpPr txBox="1"/>
          <p:nvPr/>
        </p:nvSpPr>
        <p:spPr>
          <a:xfrm>
            <a:off x="1392419" y="5889157"/>
            <a:ext cx="2112621" cy="215444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entities.</a:t>
            </a:r>
            <a:endParaRPr lang="ko-KR" altLang="en-US" sz="800" dirty="0"/>
          </a:p>
        </p:txBody>
      </p:sp>
      <p:cxnSp>
        <p:nvCxnSpPr>
          <p:cNvPr id="288" name="연결선: 꺾임 287">
            <a:extLst>
              <a:ext uri="{FF2B5EF4-FFF2-40B4-BE49-F238E27FC236}">
                <a16:creationId xmlns:a16="http://schemas.microsoft.com/office/drawing/2014/main" id="{AA7929D8-1338-DDD6-81AC-10C4FDF49CB3}"/>
              </a:ext>
            </a:extLst>
          </p:cNvPr>
          <p:cNvCxnSpPr>
            <a:stCxn id="269" idx="1"/>
            <a:endCxn id="276" idx="1"/>
          </p:cNvCxnSpPr>
          <p:nvPr/>
        </p:nvCxnSpPr>
        <p:spPr>
          <a:xfrm rot="10800000" flipV="1">
            <a:off x="1387617" y="709201"/>
            <a:ext cx="95307" cy="1630206"/>
          </a:xfrm>
          <a:prstGeom prst="bentConnector3">
            <a:avLst>
              <a:gd name="adj1" fmla="val 339856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>
            <a:extLst>
              <a:ext uri="{FF2B5EF4-FFF2-40B4-BE49-F238E27FC236}">
                <a16:creationId xmlns:a16="http://schemas.microsoft.com/office/drawing/2014/main" id="{BA68BF93-3DBF-5E37-0F77-DBFEE373EF69}"/>
              </a:ext>
            </a:extLst>
          </p:cNvPr>
          <p:cNvSpPr/>
          <p:nvPr/>
        </p:nvSpPr>
        <p:spPr>
          <a:xfrm>
            <a:off x="1387616" y="2918187"/>
            <a:ext cx="2114550" cy="2706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40F3732E-3065-CFFD-26DA-DD64ECE560A8}"/>
              </a:ext>
            </a:extLst>
          </p:cNvPr>
          <p:cNvSpPr txBox="1"/>
          <p:nvPr/>
        </p:nvSpPr>
        <p:spPr>
          <a:xfrm>
            <a:off x="1389545" y="2918187"/>
            <a:ext cx="211262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Options</a:t>
            </a:r>
            <a:endParaRPr lang="ko-KR" altLang="en-US" sz="800" dirty="0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90DEDD85-75A6-E862-FF7E-52B6E03268A0}"/>
              </a:ext>
            </a:extLst>
          </p:cNvPr>
          <p:cNvSpPr txBox="1"/>
          <p:nvPr/>
        </p:nvSpPr>
        <p:spPr>
          <a:xfrm>
            <a:off x="1482923" y="3201531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Diameter Range (Min – Max)</a:t>
            </a:r>
            <a:endParaRPr lang="ko-KR" altLang="en-US" sz="500" dirty="0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0F23A88A-A434-8E25-632C-95731521D05A}"/>
              </a:ext>
            </a:extLst>
          </p:cNvPr>
          <p:cNvSpPr txBox="1"/>
          <p:nvPr/>
        </p:nvSpPr>
        <p:spPr>
          <a:xfrm>
            <a:off x="2684401" y="3198180"/>
            <a:ext cx="324082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/>
              <a:t>10</a:t>
            </a:r>
            <a:endParaRPr lang="ko-KR" altLang="en-US" sz="500" dirty="0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19884366-9647-523E-424F-9B5A6702AD49}"/>
              </a:ext>
            </a:extLst>
          </p:cNvPr>
          <p:cNvSpPr txBox="1"/>
          <p:nvPr/>
        </p:nvSpPr>
        <p:spPr>
          <a:xfrm>
            <a:off x="1482919" y="3385195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Circle Only</a:t>
            </a:r>
            <a:endParaRPr lang="ko-KR" altLang="en-US" sz="500" dirty="0"/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FC071D1B-8A71-39CF-31F7-28ACF954C271}"/>
              </a:ext>
            </a:extLst>
          </p:cNvPr>
          <p:cNvSpPr txBox="1"/>
          <p:nvPr/>
        </p:nvSpPr>
        <p:spPr>
          <a:xfrm>
            <a:off x="2684397" y="3381844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On/Off</a:t>
            </a:r>
            <a:endParaRPr lang="ko-KR" altLang="en-US" sz="500" dirty="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E71B1B1D-D134-45C9-2667-90AD5D20647F}"/>
              </a:ext>
            </a:extLst>
          </p:cNvPr>
          <p:cNvSpPr txBox="1"/>
          <p:nvPr/>
        </p:nvSpPr>
        <p:spPr>
          <a:xfrm>
            <a:off x="1482920" y="3568863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Create Point</a:t>
            </a:r>
            <a:endParaRPr lang="ko-KR" altLang="en-US" sz="500" dirty="0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33D98F61-EBB5-35C6-0E35-1F3A90C04703}"/>
              </a:ext>
            </a:extLst>
          </p:cNvPr>
          <p:cNvSpPr txBox="1"/>
          <p:nvPr/>
        </p:nvSpPr>
        <p:spPr>
          <a:xfrm>
            <a:off x="2684398" y="3565512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/>
              <a:t>On/Off</a:t>
            </a:r>
            <a:endParaRPr lang="ko-KR" altLang="en-US" sz="500" dirty="0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222838C1-1FBA-1F1B-061E-D7A25FD1B936}"/>
              </a:ext>
            </a:extLst>
          </p:cNvPr>
          <p:cNvSpPr txBox="1"/>
          <p:nvPr/>
        </p:nvSpPr>
        <p:spPr>
          <a:xfrm>
            <a:off x="1482916" y="3752527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Create Center line</a:t>
            </a:r>
            <a:endParaRPr lang="ko-KR" altLang="en-US" sz="500" dirty="0"/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D45B7356-0F73-4A5B-2878-E409D04CEC8D}"/>
              </a:ext>
            </a:extLst>
          </p:cNvPr>
          <p:cNvSpPr txBox="1"/>
          <p:nvPr/>
        </p:nvSpPr>
        <p:spPr>
          <a:xfrm>
            <a:off x="2684394" y="3749176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On/Off</a:t>
            </a:r>
            <a:endParaRPr lang="ko-KR" altLang="en-US" sz="500" dirty="0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4A5E2F0A-75A2-4FEE-093F-B82032AC08B8}"/>
              </a:ext>
            </a:extLst>
          </p:cNvPr>
          <p:cNvSpPr txBox="1"/>
          <p:nvPr/>
        </p:nvSpPr>
        <p:spPr>
          <a:xfrm>
            <a:off x="1482925" y="3941208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Sort</a:t>
            </a:r>
            <a:endParaRPr lang="ko-KR" altLang="en-US" sz="500" dirty="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71CB60D6-04EF-6078-7C57-15215C3EFFD8}"/>
              </a:ext>
            </a:extLst>
          </p:cNvPr>
          <p:cNvSpPr txBox="1"/>
          <p:nvPr/>
        </p:nvSpPr>
        <p:spPr>
          <a:xfrm>
            <a:off x="2684403" y="3932833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Diameter</a:t>
            </a:r>
            <a:endParaRPr lang="ko-KR" altLang="en-US" sz="500" dirty="0"/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F2B7485C-9AF7-8E93-EB1D-B4372F20CEDC}"/>
              </a:ext>
            </a:extLst>
          </p:cNvPr>
          <p:cNvSpPr txBox="1"/>
          <p:nvPr/>
        </p:nvSpPr>
        <p:spPr>
          <a:xfrm>
            <a:off x="1482921" y="4124872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Axis Type</a:t>
            </a:r>
            <a:endParaRPr lang="ko-KR" altLang="en-US" sz="500" dirty="0"/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EBA45DB1-252B-8A7D-B149-8EE86C01D8A0}"/>
              </a:ext>
            </a:extLst>
          </p:cNvPr>
          <p:cNvSpPr txBox="1"/>
          <p:nvPr/>
        </p:nvSpPr>
        <p:spPr>
          <a:xfrm>
            <a:off x="2684399" y="4116497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Origin</a:t>
            </a:r>
            <a:endParaRPr lang="ko-KR" altLang="en-US" sz="500" dirty="0"/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B754C03B-D2A8-4C1C-DB38-A60913B3F7A2}"/>
              </a:ext>
            </a:extLst>
          </p:cNvPr>
          <p:cNvSpPr txBox="1"/>
          <p:nvPr/>
        </p:nvSpPr>
        <p:spPr>
          <a:xfrm>
            <a:off x="1482922" y="4308540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Axis Direction</a:t>
            </a:r>
            <a:endParaRPr lang="ko-KR" altLang="en-US" sz="500" dirty="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C9FF8230-AC2C-604D-C6BC-DA08C29760AA}"/>
              </a:ext>
            </a:extLst>
          </p:cNvPr>
          <p:cNvSpPr txBox="1"/>
          <p:nvPr/>
        </p:nvSpPr>
        <p:spPr>
          <a:xfrm>
            <a:off x="2684400" y="4300165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Z+</a:t>
            </a:r>
            <a:endParaRPr lang="ko-KR" altLang="en-US" sz="50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DF61A74F-48AD-6481-54ED-415AE2154C69}"/>
              </a:ext>
            </a:extLst>
          </p:cNvPr>
          <p:cNvSpPr txBox="1"/>
          <p:nvPr/>
        </p:nvSpPr>
        <p:spPr>
          <a:xfrm>
            <a:off x="1482918" y="4492204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Prefix Name</a:t>
            </a:r>
            <a:endParaRPr lang="ko-KR" altLang="en-US" sz="500" dirty="0"/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18CD409B-440F-C00F-14AD-F38C81DC3EFE}"/>
              </a:ext>
            </a:extLst>
          </p:cNvPr>
          <p:cNvSpPr txBox="1"/>
          <p:nvPr/>
        </p:nvSpPr>
        <p:spPr>
          <a:xfrm>
            <a:off x="2684396" y="4483829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P</a:t>
            </a:r>
            <a:endParaRPr lang="ko-KR" altLang="en-US" sz="500" dirty="0"/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EB5BE50A-9A94-D5A8-AD82-500977F1179C}"/>
              </a:ext>
            </a:extLst>
          </p:cNvPr>
          <p:cNvSpPr txBox="1"/>
          <p:nvPr/>
        </p:nvSpPr>
        <p:spPr>
          <a:xfrm>
            <a:off x="1482924" y="4675852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Prefix</a:t>
            </a:r>
            <a:endParaRPr lang="ko-KR" altLang="en-US" sz="500"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C9132B82-A005-F796-C6D8-932F64DE237D}"/>
              </a:ext>
            </a:extLst>
          </p:cNvPr>
          <p:cNvSpPr txBox="1"/>
          <p:nvPr/>
        </p:nvSpPr>
        <p:spPr>
          <a:xfrm>
            <a:off x="2684402" y="4667477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/>
              <a:t>On/Off</a:t>
            </a:r>
            <a:endParaRPr lang="ko-KR" altLang="en-US" sz="500" dirty="0"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9314C5C3-B265-004B-80E9-86E6BF38964A}"/>
              </a:ext>
            </a:extLst>
          </p:cNvPr>
          <p:cNvSpPr txBox="1"/>
          <p:nvPr/>
        </p:nvSpPr>
        <p:spPr>
          <a:xfrm>
            <a:off x="1482920" y="4859516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Diameter</a:t>
            </a:r>
            <a:endParaRPr lang="ko-KR" altLang="en-US" sz="500" dirty="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A5B528AE-8403-8041-1E83-C823A18B36E0}"/>
              </a:ext>
            </a:extLst>
          </p:cNvPr>
          <p:cNvSpPr txBox="1"/>
          <p:nvPr/>
        </p:nvSpPr>
        <p:spPr>
          <a:xfrm>
            <a:off x="2684398" y="4851141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/>
              <a:t>On/Off</a:t>
            </a:r>
            <a:endParaRPr lang="ko-KR" altLang="en-US" sz="500" dirty="0"/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BFE3BEB0-CDB6-A474-FE2B-E27AFB64CDDD}"/>
              </a:ext>
            </a:extLst>
          </p:cNvPr>
          <p:cNvSpPr txBox="1"/>
          <p:nvPr/>
        </p:nvSpPr>
        <p:spPr>
          <a:xfrm>
            <a:off x="1482921" y="5043184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Coordinate</a:t>
            </a:r>
            <a:endParaRPr lang="ko-KR" altLang="en-US" sz="50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EA51493-88D6-0214-DDA3-F34EE489A991}"/>
              </a:ext>
            </a:extLst>
          </p:cNvPr>
          <p:cNvSpPr txBox="1"/>
          <p:nvPr/>
        </p:nvSpPr>
        <p:spPr>
          <a:xfrm>
            <a:off x="2684399" y="5034809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/>
              <a:t>On/Off</a:t>
            </a:r>
            <a:endParaRPr lang="ko-KR" altLang="en-US" sz="500" dirty="0"/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07294922-2258-9A22-BDED-BA8DDA6FD6DF}"/>
              </a:ext>
            </a:extLst>
          </p:cNvPr>
          <p:cNvSpPr txBox="1"/>
          <p:nvPr/>
        </p:nvSpPr>
        <p:spPr>
          <a:xfrm>
            <a:off x="1482917" y="5226848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Base Serial Number</a:t>
            </a:r>
            <a:endParaRPr lang="ko-KR" altLang="en-US" sz="500" dirty="0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9B3C5D28-DAF3-CFFA-35B2-685957D97D49}"/>
              </a:ext>
            </a:extLst>
          </p:cNvPr>
          <p:cNvSpPr txBox="1"/>
          <p:nvPr/>
        </p:nvSpPr>
        <p:spPr>
          <a:xfrm>
            <a:off x="2684395" y="5218473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0A12D68B-BB67-CABE-2EE7-68688E62E053}"/>
              </a:ext>
            </a:extLst>
          </p:cNvPr>
          <p:cNvSpPr txBox="1"/>
          <p:nvPr/>
        </p:nvSpPr>
        <p:spPr>
          <a:xfrm>
            <a:off x="1482926" y="5410505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Edit Mode</a:t>
            </a:r>
            <a:endParaRPr lang="ko-KR" altLang="en-US" sz="500" dirty="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348CE551-AFA5-D3F5-8EFD-68929710853E}"/>
              </a:ext>
            </a:extLst>
          </p:cNvPr>
          <p:cNvSpPr txBox="1"/>
          <p:nvPr/>
        </p:nvSpPr>
        <p:spPr>
          <a:xfrm>
            <a:off x="2684404" y="5402130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/>
              <a:t>On/Off</a:t>
            </a:r>
            <a:endParaRPr lang="ko-KR" altLang="en-US" sz="500" dirty="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D8C444BF-B503-687E-1D48-EA792E4B4129}"/>
              </a:ext>
            </a:extLst>
          </p:cNvPr>
          <p:cNvSpPr txBox="1"/>
          <p:nvPr/>
        </p:nvSpPr>
        <p:spPr>
          <a:xfrm>
            <a:off x="3079160" y="3198423"/>
            <a:ext cx="324082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/>
              <a:t>50</a:t>
            </a:r>
            <a:endParaRPr lang="ko-KR" altLang="en-US" sz="500" dirty="0"/>
          </a:p>
        </p:txBody>
      </p:sp>
      <p:sp>
        <p:nvSpPr>
          <p:cNvPr id="125" name="이등변 삼각형 124">
            <a:extLst>
              <a:ext uri="{FF2B5EF4-FFF2-40B4-BE49-F238E27FC236}">
                <a16:creationId xmlns:a16="http://schemas.microsoft.com/office/drawing/2014/main" id="{592C55AF-ABF7-1807-DDB5-BC1A5939BEDA}"/>
              </a:ext>
            </a:extLst>
          </p:cNvPr>
          <p:cNvSpPr/>
          <p:nvPr/>
        </p:nvSpPr>
        <p:spPr>
          <a:xfrm rot="10800000">
            <a:off x="3315937" y="4022411"/>
            <a:ext cx="68925" cy="57643"/>
          </a:xfrm>
          <a:prstGeom prst="triangle">
            <a:avLst/>
          </a:prstGeom>
          <a:solidFill>
            <a:schemeClr val="tx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이등변 삼각형 331">
            <a:extLst>
              <a:ext uri="{FF2B5EF4-FFF2-40B4-BE49-F238E27FC236}">
                <a16:creationId xmlns:a16="http://schemas.microsoft.com/office/drawing/2014/main" id="{84AC4AB3-9053-D3FA-2769-4AA7DC0EE94E}"/>
              </a:ext>
            </a:extLst>
          </p:cNvPr>
          <p:cNvSpPr/>
          <p:nvPr/>
        </p:nvSpPr>
        <p:spPr>
          <a:xfrm rot="10800000">
            <a:off x="3315937" y="4211958"/>
            <a:ext cx="68925" cy="57643"/>
          </a:xfrm>
          <a:prstGeom prst="triangle">
            <a:avLst/>
          </a:prstGeom>
          <a:solidFill>
            <a:schemeClr val="tx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3" name="이등변 삼각형 332">
            <a:extLst>
              <a:ext uri="{FF2B5EF4-FFF2-40B4-BE49-F238E27FC236}">
                <a16:creationId xmlns:a16="http://schemas.microsoft.com/office/drawing/2014/main" id="{DF33F932-7E2B-630C-6264-4E2A84D2DB1C}"/>
              </a:ext>
            </a:extLst>
          </p:cNvPr>
          <p:cNvSpPr/>
          <p:nvPr/>
        </p:nvSpPr>
        <p:spPr>
          <a:xfrm rot="10800000">
            <a:off x="3318058" y="4389134"/>
            <a:ext cx="68925" cy="57643"/>
          </a:xfrm>
          <a:prstGeom prst="triangle">
            <a:avLst/>
          </a:prstGeom>
          <a:solidFill>
            <a:schemeClr val="tx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403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테니스, 공이(가) 표시된 사진&#10;&#10;자동 생성된 설명">
            <a:extLst>
              <a:ext uri="{FF2B5EF4-FFF2-40B4-BE49-F238E27FC236}">
                <a16:creationId xmlns:a16="http://schemas.microsoft.com/office/drawing/2014/main" id="{227C624B-1F24-5389-2B80-CB10BE247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2" y="76761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A5255D4-382B-9F13-6F97-C2CC79FA6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394359"/>
            <a:ext cx="365714" cy="365714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</p:pic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F56758B0-52BD-F4DE-9044-C42881498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1140865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CAA4B5D-5BFD-06C9-F7BF-90D26F900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1" y="151411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9" name="그림 18" descr="텍스트, 시계, 손목시계, 게이지이(가) 표시된 사진&#10;&#10;자동 생성된 설명">
            <a:extLst>
              <a:ext uri="{FF2B5EF4-FFF2-40B4-BE49-F238E27FC236}">
                <a16:creationId xmlns:a16="http://schemas.microsoft.com/office/drawing/2014/main" id="{685D6ECC-1812-1B40-DA1D-6B4CA3A60B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0" y="188737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7A862DD-D00A-040E-0464-9C517E59D3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9" y="2270149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DF34E02-4877-E447-50F8-27C79D2281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302065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41" name="그림 40" descr="케이스이(가) 표시된 사진&#10;&#10;자동 생성된 설명">
            <a:extLst>
              <a:ext uri="{FF2B5EF4-FFF2-40B4-BE49-F238E27FC236}">
                <a16:creationId xmlns:a16="http://schemas.microsoft.com/office/drawing/2014/main" id="{169104D5-64AB-46D9-1F75-18060F3B4D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264425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9B156802-85CE-1126-474A-4D606ABA0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5FF3D138-F085-CE29-6203-54122D6F00EF}"/>
              </a:ext>
            </a:extLst>
          </p:cNvPr>
          <p:cNvSpPr/>
          <p:nvPr/>
        </p:nvSpPr>
        <p:spPr>
          <a:xfrm>
            <a:off x="0" y="-1"/>
            <a:ext cx="12192000" cy="34088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0" name="그림 159">
            <a:extLst>
              <a:ext uri="{FF2B5EF4-FFF2-40B4-BE49-F238E27FC236}">
                <a16:creationId xmlns:a16="http://schemas.microsoft.com/office/drawing/2014/main" id="{171EF08F-A8D5-8EA2-07E9-FE9D69476A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97"/>
            <a:ext cx="320000" cy="320000"/>
          </a:xfrm>
          <a:prstGeom prst="rect">
            <a:avLst/>
          </a:prstGeom>
          <a:ln>
            <a:noFill/>
          </a:ln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E2EA483A-63B9-7079-B554-C4A8C8F61BE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5518230"/>
            <a:ext cx="914286" cy="9142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0" name="그림 169" descr="텍스트이(가) 표시된 사진&#10;&#10;자동 생성된 설명">
            <a:extLst>
              <a:ext uri="{FF2B5EF4-FFF2-40B4-BE49-F238E27FC236}">
                <a16:creationId xmlns:a16="http://schemas.microsoft.com/office/drawing/2014/main" id="{82ECD67D-F630-DF0E-3ACA-5596A4EEABF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121" y="9571"/>
            <a:ext cx="320000" cy="320000"/>
          </a:xfrm>
          <a:prstGeom prst="rect">
            <a:avLst/>
          </a:prstGeom>
        </p:spPr>
      </p:pic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CBDD0FC9-92DD-3296-602D-9F4C25ADCBE1}"/>
              </a:ext>
            </a:extLst>
          </p:cNvPr>
          <p:cNvSpPr/>
          <p:nvPr/>
        </p:nvSpPr>
        <p:spPr>
          <a:xfrm>
            <a:off x="0" y="6476744"/>
            <a:ext cx="12192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5D2F71-9351-51AA-5569-3FAAC7FBE799}"/>
              </a:ext>
            </a:extLst>
          </p:cNvPr>
          <p:cNvSpPr/>
          <p:nvPr/>
        </p:nvSpPr>
        <p:spPr>
          <a:xfrm>
            <a:off x="9391650" y="382421"/>
            <a:ext cx="2114550" cy="13797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3" name="그림 42" descr="옅은이(가) 표시된 사진&#10;&#10;자동 생성된 설명">
            <a:extLst>
              <a:ext uri="{FF2B5EF4-FFF2-40B4-BE49-F238E27FC236}">
                <a16:creationId xmlns:a16="http://schemas.microsoft.com/office/drawing/2014/main" id="{790B67A0-D79D-130A-6D3E-196805B94A9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57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2" name="그림 51" descr="실루엣, 밤하늘이(가) 표시된 사진&#10;&#10;자동 생성된 설명">
            <a:extLst>
              <a:ext uri="{FF2B5EF4-FFF2-40B4-BE49-F238E27FC236}">
                <a16:creationId xmlns:a16="http://schemas.microsoft.com/office/drawing/2014/main" id="{E2531609-0410-C699-C699-B0035033F98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482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5C886CAB-3D29-0261-739B-48E0856F344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007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7" name="그림 56" descr="텍스트, 창문, 클립아트이(가) 표시된 사진&#10;&#10;자동 생성된 설명">
            <a:extLst>
              <a:ext uri="{FF2B5EF4-FFF2-40B4-BE49-F238E27FC236}">
                <a16:creationId xmlns:a16="http://schemas.microsoft.com/office/drawing/2014/main" id="{D8B7A9D4-B05D-8A96-C047-D0EFBCF36D2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532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5F2E2D5F-50B2-6E9A-067D-F5CCD15981C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57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A492E186-59CC-D226-1D83-82C440FB451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57" y="504882"/>
            <a:ext cx="365714" cy="3657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325800CD-7C47-CFA0-D8FF-76D853958DC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482" y="504882"/>
            <a:ext cx="365714" cy="365714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  <p:pic>
        <p:nvPicPr>
          <p:cNvPr id="69" name="그림 68" descr="게이지이(가) 표시된 사진&#10;&#10;자동 생성된 설명">
            <a:extLst>
              <a:ext uri="{FF2B5EF4-FFF2-40B4-BE49-F238E27FC236}">
                <a16:creationId xmlns:a16="http://schemas.microsoft.com/office/drawing/2014/main" id="{A9455F77-907B-112A-AE48-A36D01BCD70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8007" y="50488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E155D22F-9372-7A3A-DAD5-C08EE1AE0BB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532" y="50488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EF693AD7-809C-AAE9-B4D7-8C6C685E144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57" y="50488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79" name="그림 78">
            <a:extLst>
              <a:ext uri="{FF2B5EF4-FFF2-40B4-BE49-F238E27FC236}">
                <a16:creationId xmlns:a16="http://schemas.microsoft.com/office/drawing/2014/main" id="{190188DD-A24A-A064-4C4E-632C5E7689D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6957" y="128593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7" name="그림 106" descr="텍스트이(가) 표시된 사진&#10;&#10;자동 생성된 설명">
            <a:extLst>
              <a:ext uri="{FF2B5EF4-FFF2-40B4-BE49-F238E27FC236}">
                <a16:creationId xmlns:a16="http://schemas.microsoft.com/office/drawing/2014/main" id="{3E292D12-12C6-A38B-4B1D-E49D1AE2FEE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482" y="128593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cxnSp>
        <p:nvCxnSpPr>
          <p:cNvPr id="120" name="연결선: 꺾임 119">
            <a:extLst>
              <a:ext uri="{FF2B5EF4-FFF2-40B4-BE49-F238E27FC236}">
                <a16:creationId xmlns:a16="http://schemas.microsoft.com/office/drawing/2014/main" id="{4A250362-059D-8FE8-3D53-7E1FCD312FC3}"/>
              </a:ext>
            </a:extLst>
          </p:cNvPr>
          <p:cNvCxnSpPr>
            <a:stCxn id="13" idx="1"/>
            <a:endCxn id="5" idx="3"/>
          </p:cNvCxnSpPr>
          <p:nvPr/>
        </p:nvCxnSpPr>
        <p:spPr>
          <a:xfrm rot="10800000" flipV="1">
            <a:off x="11506201" y="577215"/>
            <a:ext cx="262213" cy="495057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2DC4454C-F830-69C7-887F-42A8FBBCDA45}"/>
              </a:ext>
            </a:extLst>
          </p:cNvPr>
          <p:cNvSpPr/>
          <p:nvPr/>
        </p:nvSpPr>
        <p:spPr>
          <a:xfrm>
            <a:off x="9391650" y="1792120"/>
            <a:ext cx="2114550" cy="10516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C784DB3D-8736-DD5F-AAA4-6FCD5473AA2B}"/>
              </a:ext>
            </a:extLst>
          </p:cNvPr>
          <p:cNvSpPr/>
          <p:nvPr/>
        </p:nvSpPr>
        <p:spPr>
          <a:xfrm>
            <a:off x="9486957" y="1835483"/>
            <a:ext cx="222896" cy="21472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097CDE3-D531-53F2-17AB-C380095A33F7}"/>
              </a:ext>
            </a:extLst>
          </p:cNvPr>
          <p:cNvSpPr txBox="1"/>
          <p:nvPr/>
        </p:nvSpPr>
        <p:spPr>
          <a:xfrm>
            <a:off x="9732167" y="1835235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2 Points Distance</a:t>
            </a:r>
            <a:endParaRPr lang="ko-KR" altLang="en-US" sz="800" dirty="0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A4756DE-A24C-3274-9CF8-DAF80764D0AD}"/>
              </a:ext>
            </a:extLst>
          </p:cNvPr>
          <p:cNvSpPr/>
          <p:nvPr/>
        </p:nvSpPr>
        <p:spPr>
          <a:xfrm>
            <a:off x="9486957" y="2073608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A2F5B9D-14C3-36CA-1094-7D60BFB1D6C2}"/>
              </a:ext>
            </a:extLst>
          </p:cNvPr>
          <p:cNvSpPr txBox="1"/>
          <p:nvPr/>
        </p:nvSpPr>
        <p:spPr>
          <a:xfrm>
            <a:off x="9732167" y="2073360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Linear Distance</a:t>
            </a:r>
            <a:endParaRPr lang="ko-KR" altLang="en-US" sz="800" dirty="0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573525E3-059C-1882-7442-B17A7AB75168}"/>
              </a:ext>
            </a:extLst>
          </p:cNvPr>
          <p:cNvSpPr/>
          <p:nvPr/>
        </p:nvSpPr>
        <p:spPr>
          <a:xfrm>
            <a:off x="9486958" y="2309616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1DB5DF4-889F-D5ED-F05D-D74468541536}"/>
              </a:ext>
            </a:extLst>
          </p:cNvPr>
          <p:cNvSpPr txBox="1"/>
          <p:nvPr/>
        </p:nvSpPr>
        <p:spPr>
          <a:xfrm>
            <a:off x="9732168" y="2309368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Entities Distance</a:t>
            </a:r>
            <a:endParaRPr lang="ko-KR" altLang="en-US" sz="800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AA80B7D0-60CA-50D2-3630-F4F47D16C2F1}"/>
              </a:ext>
            </a:extLst>
          </p:cNvPr>
          <p:cNvSpPr/>
          <p:nvPr/>
        </p:nvSpPr>
        <p:spPr>
          <a:xfrm>
            <a:off x="9486958" y="2547741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87395C58-4021-9D55-42D3-94E31868E442}"/>
              </a:ext>
            </a:extLst>
          </p:cNvPr>
          <p:cNvSpPr txBox="1"/>
          <p:nvPr/>
        </p:nvSpPr>
        <p:spPr>
          <a:xfrm>
            <a:off x="9732168" y="2547493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Slot Hole Distance</a:t>
            </a:r>
            <a:endParaRPr lang="ko-KR" altLang="en-US" sz="800" dirty="0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B683C2BE-A655-E4B9-0BF9-6D0CADA0BEE3}"/>
              </a:ext>
            </a:extLst>
          </p:cNvPr>
          <p:cNvSpPr/>
          <p:nvPr/>
        </p:nvSpPr>
        <p:spPr>
          <a:xfrm>
            <a:off x="9391650" y="2897020"/>
            <a:ext cx="2114550" cy="7547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AFE120B9-11F6-84D0-0C78-0F756ABE89EF}"/>
              </a:ext>
            </a:extLst>
          </p:cNvPr>
          <p:cNvSpPr txBox="1"/>
          <p:nvPr/>
        </p:nvSpPr>
        <p:spPr>
          <a:xfrm>
            <a:off x="9393579" y="2897020"/>
            <a:ext cx="211262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Status</a:t>
            </a:r>
            <a:endParaRPr lang="ko-KR" altLang="en-US" sz="8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319154E-DB72-267C-D7F8-2D737C6DC29C}"/>
              </a:ext>
            </a:extLst>
          </p:cNvPr>
          <p:cNvSpPr txBox="1"/>
          <p:nvPr/>
        </p:nvSpPr>
        <p:spPr>
          <a:xfrm>
            <a:off x="9396453" y="3129934"/>
            <a:ext cx="2112621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the first point</a:t>
            </a:r>
          </a:p>
          <a:p>
            <a:r>
              <a:rPr lang="en-US" altLang="ko-KR" sz="800" dirty="0"/>
              <a:t>Select the second point (Shift Key : Orthogonal)</a:t>
            </a:r>
            <a:endParaRPr lang="ko-KR" altLang="en-US" sz="800" dirty="0"/>
          </a:p>
        </p:txBody>
      </p:sp>
      <p:cxnSp>
        <p:nvCxnSpPr>
          <p:cNvPr id="124" name="연결선: 꺾임 123">
            <a:extLst>
              <a:ext uri="{FF2B5EF4-FFF2-40B4-BE49-F238E27FC236}">
                <a16:creationId xmlns:a16="http://schemas.microsoft.com/office/drawing/2014/main" id="{899C5CA3-ED77-1F72-A8BB-5AC15DB936FD}"/>
              </a:ext>
            </a:extLst>
          </p:cNvPr>
          <p:cNvCxnSpPr>
            <a:cxnSpLocks/>
            <a:stCxn id="66" idx="0"/>
            <a:endCxn id="151" idx="1"/>
          </p:cNvCxnSpPr>
          <p:nvPr/>
        </p:nvCxnSpPr>
        <p:spPr>
          <a:xfrm rot="16200000" flipH="1" flipV="1">
            <a:off x="8819463" y="1077068"/>
            <a:ext cx="1813063" cy="668689"/>
          </a:xfrm>
          <a:prstGeom prst="bentConnector4">
            <a:avLst>
              <a:gd name="adj1" fmla="val -12608"/>
              <a:gd name="adj2" fmla="val 134186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0BAAC1C6-758D-61D1-359A-ECD2FCF66D5E}"/>
              </a:ext>
            </a:extLst>
          </p:cNvPr>
          <p:cNvSpPr/>
          <p:nvPr/>
        </p:nvSpPr>
        <p:spPr>
          <a:xfrm>
            <a:off x="4092716" y="4910047"/>
            <a:ext cx="2114550" cy="4639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F4A869D5-D834-B1C4-A16F-85823414378C}"/>
              </a:ext>
            </a:extLst>
          </p:cNvPr>
          <p:cNvSpPr txBox="1"/>
          <p:nvPr/>
        </p:nvSpPr>
        <p:spPr>
          <a:xfrm>
            <a:off x="4094645" y="4910047"/>
            <a:ext cx="211262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Status</a:t>
            </a:r>
            <a:endParaRPr lang="ko-KR" altLang="en-US" sz="800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91BD7292-D6B0-16CB-7368-4E5A06D3B6F0}"/>
              </a:ext>
            </a:extLst>
          </p:cNvPr>
          <p:cNvSpPr txBox="1"/>
          <p:nvPr/>
        </p:nvSpPr>
        <p:spPr>
          <a:xfrm>
            <a:off x="4097519" y="5142961"/>
            <a:ext cx="2112621" cy="215444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a point or a reference axis</a:t>
            </a:r>
            <a:endParaRPr lang="ko-KR" altLang="en-US" sz="800" dirty="0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658D9C9C-7281-A20C-B197-E5A7D68B1408}"/>
              </a:ext>
            </a:extLst>
          </p:cNvPr>
          <p:cNvSpPr/>
          <p:nvPr/>
        </p:nvSpPr>
        <p:spPr>
          <a:xfrm>
            <a:off x="4092716" y="2918187"/>
            <a:ext cx="2114550" cy="19557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2FCD748-701D-24FE-30E1-BD7CC3EAF9E4}"/>
              </a:ext>
            </a:extLst>
          </p:cNvPr>
          <p:cNvSpPr txBox="1"/>
          <p:nvPr/>
        </p:nvSpPr>
        <p:spPr>
          <a:xfrm>
            <a:off x="4094645" y="2918187"/>
            <a:ext cx="211262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Options</a:t>
            </a:r>
            <a:endParaRPr lang="ko-KR" altLang="en-US" sz="8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6838A2C-3156-EE59-A9D2-AAE3D3010164}"/>
              </a:ext>
            </a:extLst>
          </p:cNvPr>
          <p:cNvSpPr txBox="1"/>
          <p:nvPr/>
        </p:nvSpPr>
        <p:spPr>
          <a:xfrm>
            <a:off x="4188023" y="3201531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Infinite Entity 1</a:t>
            </a:r>
            <a:endParaRPr lang="ko-KR" altLang="en-US" sz="8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1C912F43-958F-AC3E-C5AD-B00E50423D7E}"/>
              </a:ext>
            </a:extLst>
          </p:cNvPr>
          <p:cNvSpPr txBox="1"/>
          <p:nvPr/>
        </p:nvSpPr>
        <p:spPr>
          <a:xfrm>
            <a:off x="4188023" y="3439656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Infinite Entity 2</a:t>
            </a:r>
            <a:endParaRPr lang="ko-KR" altLang="en-US" sz="8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20C3232-0711-6BE0-635D-339DB291696D}"/>
              </a:ext>
            </a:extLst>
          </p:cNvPr>
          <p:cNvSpPr txBox="1"/>
          <p:nvPr/>
        </p:nvSpPr>
        <p:spPr>
          <a:xfrm>
            <a:off x="4188024" y="3675664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Method</a:t>
            </a:r>
            <a:endParaRPr lang="ko-KR" altLang="en-US" sz="800" dirty="0"/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6D8F072-1F4D-E726-5149-183570163B60}"/>
              </a:ext>
            </a:extLst>
          </p:cNvPr>
          <p:cNvSpPr txBox="1"/>
          <p:nvPr/>
        </p:nvSpPr>
        <p:spPr>
          <a:xfrm>
            <a:off x="4188024" y="3913789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8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A5E242A2-28F9-535E-B46F-954F1AE7E153}"/>
              </a:ext>
            </a:extLst>
          </p:cNvPr>
          <p:cNvSpPr txBox="1"/>
          <p:nvPr/>
        </p:nvSpPr>
        <p:spPr>
          <a:xfrm>
            <a:off x="4188026" y="4149792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800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8DBE7798-88AB-6539-1BB5-42504321E52A}"/>
              </a:ext>
            </a:extLst>
          </p:cNvPr>
          <p:cNvSpPr txBox="1"/>
          <p:nvPr/>
        </p:nvSpPr>
        <p:spPr>
          <a:xfrm>
            <a:off x="4188026" y="4387917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800" dirty="0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9E333EA6-E76A-9142-EB79-B717B8EFF836}"/>
              </a:ext>
            </a:extLst>
          </p:cNvPr>
          <p:cNvSpPr txBox="1"/>
          <p:nvPr/>
        </p:nvSpPr>
        <p:spPr>
          <a:xfrm>
            <a:off x="4188027" y="4623925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800" dirty="0"/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8E2FA979-E1A2-0C3F-1533-A44E836C53FF}"/>
              </a:ext>
            </a:extLst>
          </p:cNvPr>
          <p:cNvSpPr txBox="1"/>
          <p:nvPr/>
        </p:nvSpPr>
        <p:spPr>
          <a:xfrm>
            <a:off x="5389501" y="3198180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On/Off</a:t>
            </a:r>
            <a:endParaRPr lang="ko-KR" altLang="en-US" sz="800" dirty="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F30D04DF-C054-19C4-CE5C-439A9148C7FA}"/>
              </a:ext>
            </a:extLst>
          </p:cNvPr>
          <p:cNvSpPr txBox="1"/>
          <p:nvPr/>
        </p:nvSpPr>
        <p:spPr>
          <a:xfrm>
            <a:off x="5389501" y="3436305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On/Off</a:t>
            </a:r>
            <a:endParaRPr lang="ko-KR" altLang="en-US" sz="800" dirty="0"/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C8AB5EA8-2EFF-2416-1919-A97EF3FFACAF}"/>
              </a:ext>
            </a:extLst>
          </p:cNvPr>
          <p:cNvSpPr txBox="1"/>
          <p:nvPr/>
        </p:nvSpPr>
        <p:spPr>
          <a:xfrm>
            <a:off x="5389502" y="3672313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800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5662AD15-264A-0FAF-3A13-D1243EAF2A53}"/>
              </a:ext>
            </a:extLst>
          </p:cNvPr>
          <p:cNvSpPr txBox="1"/>
          <p:nvPr/>
        </p:nvSpPr>
        <p:spPr>
          <a:xfrm>
            <a:off x="5389502" y="3910438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800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0628FF1-395F-0666-3E2B-CF0836A1045A}"/>
              </a:ext>
            </a:extLst>
          </p:cNvPr>
          <p:cNvSpPr txBox="1"/>
          <p:nvPr/>
        </p:nvSpPr>
        <p:spPr>
          <a:xfrm>
            <a:off x="5389504" y="4146441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800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6D1693BB-75B0-59F2-8D65-33F451766400}"/>
              </a:ext>
            </a:extLst>
          </p:cNvPr>
          <p:cNvSpPr txBox="1"/>
          <p:nvPr/>
        </p:nvSpPr>
        <p:spPr>
          <a:xfrm>
            <a:off x="5389504" y="4384566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800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3C715182-2F3C-3E7C-D581-32E99B058545}"/>
              </a:ext>
            </a:extLst>
          </p:cNvPr>
          <p:cNvSpPr txBox="1"/>
          <p:nvPr/>
        </p:nvSpPr>
        <p:spPr>
          <a:xfrm>
            <a:off x="5389505" y="4620574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800" dirty="0"/>
          </a:p>
        </p:txBody>
      </p:sp>
      <p:sp>
        <p:nvSpPr>
          <p:cNvPr id="263" name="직사각형 262">
            <a:extLst>
              <a:ext uri="{FF2B5EF4-FFF2-40B4-BE49-F238E27FC236}">
                <a16:creationId xmlns:a16="http://schemas.microsoft.com/office/drawing/2014/main" id="{AEB84D94-960E-AF6A-F42A-66D49C571273}"/>
              </a:ext>
            </a:extLst>
          </p:cNvPr>
          <p:cNvSpPr/>
          <p:nvPr/>
        </p:nvSpPr>
        <p:spPr>
          <a:xfrm>
            <a:off x="1387616" y="403883"/>
            <a:ext cx="2114550" cy="13797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4" name="그림 263" descr="옅은이(가) 표시된 사진&#10;&#10;자동 생성된 설명">
            <a:extLst>
              <a:ext uri="{FF2B5EF4-FFF2-40B4-BE49-F238E27FC236}">
                <a16:creationId xmlns:a16="http://schemas.microsoft.com/office/drawing/2014/main" id="{C660880A-61D1-D9F5-C9AF-2B42AD40C79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923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5" name="그림 264" descr="실루엣, 밤하늘이(가) 표시된 사진&#10;&#10;자동 생성된 설명">
            <a:extLst>
              <a:ext uri="{FF2B5EF4-FFF2-40B4-BE49-F238E27FC236}">
                <a16:creationId xmlns:a16="http://schemas.microsoft.com/office/drawing/2014/main" id="{AB143A07-139A-2D8D-C8CB-5D0FD5C0C8E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448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6" name="그림 265">
            <a:extLst>
              <a:ext uri="{FF2B5EF4-FFF2-40B4-BE49-F238E27FC236}">
                <a16:creationId xmlns:a16="http://schemas.microsoft.com/office/drawing/2014/main" id="{685B4A30-B734-F265-5342-3AC684ACA29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973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7" name="그림 266" descr="텍스트, 창문, 클립아트이(가) 표시된 사진&#10;&#10;자동 생성된 설명">
            <a:extLst>
              <a:ext uri="{FF2B5EF4-FFF2-40B4-BE49-F238E27FC236}">
                <a16:creationId xmlns:a16="http://schemas.microsoft.com/office/drawing/2014/main" id="{57E378EE-0CD4-86A8-A7EB-07795E05A0C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498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8" name="그림 267">
            <a:extLst>
              <a:ext uri="{FF2B5EF4-FFF2-40B4-BE49-F238E27FC236}">
                <a16:creationId xmlns:a16="http://schemas.microsoft.com/office/drawing/2014/main" id="{87A07CFB-07DA-BC5D-5777-56414C9A6EA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023" y="916869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9" name="그림 268">
            <a:extLst>
              <a:ext uri="{FF2B5EF4-FFF2-40B4-BE49-F238E27FC236}">
                <a16:creationId xmlns:a16="http://schemas.microsoft.com/office/drawing/2014/main" id="{A3267F39-1BFD-66C3-3F67-706C5C1D224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923" y="526344"/>
            <a:ext cx="365714" cy="365714"/>
          </a:xfrm>
          <a:prstGeom prst="rect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</p:pic>
      <p:pic>
        <p:nvPicPr>
          <p:cNvPr id="270" name="그림 269">
            <a:extLst>
              <a:ext uri="{FF2B5EF4-FFF2-40B4-BE49-F238E27FC236}">
                <a16:creationId xmlns:a16="http://schemas.microsoft.com/office/drawing/2014/main" id="{4290D117-9B27-0D6F-7A54-60076A74D9F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448" y="52634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1" name="그림 270" descr="게이지이(가) 표시된 사진&#10;&#10;자동 생성된 설명">
            <a:extLst>
              <a:ext uri="{FF2B5EF4-FFF2-40B4-BE49-F238E27FC236}">
                <a16:creationId xmlns:a16="http://schemas.microsoft.com/office/drawing/2014/main" id="{2E399E68-F982-9BF8-9035-5B4C40FA66B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973" y="52634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2" name="그림 271">
            <a:extLst>
              <a:ext uri="{FF2B5EF4-FFF2-40B4-BE49-F238E27FC236}">
                <a16:creationId xmlns:a16="http://schemas.microsoft.com/office/drawing/2014/main" id="{6805A866-9C67-9325-65D0-8300DAD715C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498" y="526344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3" name="그림 272">
            <a:extLst>
              <a:ext uri="{FF2B5EF4-FFF2-40B4-BE49-F238E27FC236}">
                <a16:creationId xmlns:a16="http://schemas.microsoft.com/office/drawing/2014/main" id="{9AB1E560-BC40-6B39-C2D1-8928E84930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023" y="526344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74" name="그림 273">
            <a:extLst>
              <a:ext uri="{FF2B5EF4-FFF2-40B4-BE49-F238E27FC236}">
                <a16:creationId xmlns:a16="http://schemas.microsoft.com/office/drawing/2014/main" id="{641CCE04-1655-94CA-AA69-012C0854461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923" y="1307394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75" name="그림 274" descr="텍스트이(가) 표시된 사진&#10;&#10;자동 생성된 설명">
            <a:extLst>
              <a:ext uri="{FF2B5EF4-FFF2-40B4-BE49-F238E27FC236}">
                <a16:creationId xmlns:a16="http://schemas.microsoft.com/office/drawing/2014/main" id="{98B06758-07AF-2EE5-D9C5-C2776940BB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448" y="1307394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8B6F0248-781B-F4A6-E53A-C2633BB59611}"/>
              </a:ext>
            </a:extLst>
          </p:cNvPr>
          <p:cNvSpPr/>
          <p:nvPr/>
        </p:nvSpPr>
        <p:spPr>
          <a:xfrm>
            <a:off x="1387616" y="1813582"/>
            <a:ext cx="2114550" cy="10516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직사각형 276">
            <a:extLst>
              <a:ext uri="{FF2B5EF4-FFF2-40B4-BE49-F238E27FC236}">
                <a16:creationId xmlns:a16="http://schemas.microsoft.com/office/drawing/2014/main" id="{5BAD7165-1B75-3847-FAD3-F07AEBC17BCB}"/>
              </a:ext>
            </a:extLst>
          </p:cNvPr>
          <p:cNvSpPr/>
          <p:nvPr/>
        </p:nvSpPr>
        <p:spPr>
          <a:xfrm>
            <a:off x="1482923" y="1856945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EFC62249-3397-3317-0D44-DF26EDFE32E9}"/>
              </a:ext>
            </a:extLst>
          </p:cNvPr>
          <p:cNvSpPr txBox="1"/>
          <p:nvPr/>
        </p:nvSpPr>
        <p:spPr>
          <a:xfrm>
            <a:off x="1728133" y="1856697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279" name="직사각형 278">
            <a:extLst>
              <a:ext uri="{FF2B5EF4-FFF2-40B4-BE49-F238E27FC236}">
                <a16:creationId xmlns:a16="http://schemas.microsoft.com/office/drawing/2014/main" id="{1AD3935B-8A11-34A5-DFE6-841DA0FD3A7D}"/>
              </a:ext>
            </a:extLst>
          </p:cNvPr>
          <p:cNvSpPr/>
          <p:nvPr/>
        </p:nvSpPr>
        <p:spPr>
          <a:xfrm>
            <a:off x="1482923" y="2095070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0" name="TextBox 279">
            <a:extLst>
              <a:ext uri="{FF2B5EF4-FFF2-40B4-BE49-F238E27FC236}">
                <a16:creationId xmlns:a16="http://schemas.microsoft.com/office/drawing/2014/main" id="{A0AB156E-86DC-0290-FB1C-9296E2982F06}"/>
              </a:ext>
            </a:extLst>
          </p:cNvPr>
          <p:cNvSpPr txBox="1"/>
          <p:nvPr/>
        </p:nvSpPr>
        <p:spPr>
          <a:xfrm>
            <a:off x="1728133" y="2094822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Center Coordinate</a:t>
            </a:r>
            <a:endParaRPr lang="ko-KR" altLang="en-US" sz="800" dirty="0"/>
          </a:p>
        </p:txBody>
      </p:sp>
      <p:sp>
        <p:nvSpPr>
          <p:cNvPr id="281" name="직사각형 280">
            <a:extLst>
              <a:ext uri="{FF2B5EF4-FFF2-40B4-BE49-F238E27FC236}">
                <a16:creationId xmlns:a16="http://schemas.microsoft.com/office/drawing/2014/main" id="{E6B78F47-B5E6-8D37-C692-1BA16319A73E}"/>
              </a:ext>
            </a:extLst>
          </p:cNvPr>
          <p:cNvSpPr/>
          <p:nvPr/>
        </p:nvSpPr>
        <p:spPr>
          <a:xfrm>
            <a:off x="1482924" y="2331078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E9F31C03-C272-AAEE-77FC-565FF724006E}"/>
              </a:ext>
            </a:extLst>
          </p:cNvPr>
          <p:cNvSpPr txBox="1"/>
          <p:nvPr/>
        </p:nvSpPr>
        <p:spPr>
          <a:xfrm>
            <a:off x="1728134" y="2330830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Reference Coordinate</a:t>
            </a:r>
            <a:endParaRPr lang="ko-KR" altLang="en-US" sz="800" dirty="0"/>
          </a:p>
        </p:txBody>
      </p:sp>
      <p:sp>
        <p:nvSpPr>
          <p:cNvPr id="283" name="직사각형 282">
            <a:extLst>
              <a:ext uri="{FF2B5EF4-FFF2-40B4-BE49-F238E27FC236}">
                <a16:creationId xmlns:a16="http://schemas.microsoft.com/office/drawing/2014/main" id="{83E9DD78-7DB2-EBF6-2419-5D523DEC6645}"/>
              </a:ext>
            </a:extLst>
          </p:cNvPr>
          <p:cNvSpPr/>
          <p:nvPr/>
        </p:nvSpPr>
        <p:spPr>
          <a:xfrm>
            <a:off x="1482924" y="2569203"/>
            <a:ext cx="222896" cy="21472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E579F92A-1471-7653-2061-9D7586D0EE81}"/>
              </a:ext>
            </a:extLst>
          </p:cNvPr>
          <p:cNvSpPr txBox="1"/>
          <p:nvPr/>
        </p:nvSpPr>
        <p:spPr>
          <a:xfrm>
            <a:off x="1728134" y="2568955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Multi Hole Coordinates</a:t>
            </a:r>
            <a:endParaRPr lang="ko-KR" altLang="en-US" sz="800" dirty="0"/>
          </a:p>
        </p:txBody>
      </p: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70F02711-3368-666B-9E9B-2A3E88731EE8}"/>
              </a:ext>
            </a:extLst>
          </p:cNvPr>
          <p:cNvSpPr/>
          <p:nvPr/>
        </p:nvSpPr>
        <p:spPr>
          <a:xfrm>
            <a:off x="1387616" y="5656243"/>
            <a:ext cx="2114550" cy="46399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CDA7D14B-034D-021A-0837-6FA26C1D6DDD}"/>
              </a:ext>
            </a:extLst>
          </p:cNvPr>
          <p:cNvSpPr txBox="1"/>
          <p:nvPr/>
        </p:nvSpPr>
        <p:spPr>
          <a:xfrm>
            <a:off x="1389545" y="5656243"/>
            <a:ext cx="211262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Status</a:t>
            </a:r>
            <a:endParaRPr lang="ko-KR" altLang="en-US" sz="800" dirty="0"/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DF0F53BF-D9F8-F2CE-5D63-A92D4C8FB8B4}"/>
              </a:ext>
            </a:extLst>
          </p:cNvPr>
          <p:cNvSpPr txBox="1"/>
          <p:nvPr/>
        </p:nvSpPr>
        <p:spPr>
          <a:xfrm>
            <a:off x="1392419" y="5889157"/>
            <a:ext cx="2112621" cy="215444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entities.</a:t>
            </a:r>
            <a:endParaRPr lang="ko-KR" altLang="en-US" sz="800" dirty="0"/>
          </a:p>
        </p:txBody>
      </p:sp>
      <p:sp>
        <p:nvSpPr>
          <p:cNvPr id="289" name="직사각형 288">
            <a:extLst>
              <a:ext uri="{FF2B5EF4-FFF2-40B4-BE49-F238E27FC236}">
                <a16:creationId xmlns:a16="http://schemas.microsoft.com/office/drawing/2014/main" id="{BA68BF93-3DBF-5E37-0F77-DBFEE373EF69}"/>
              </a:ext>
            </a:extLst>
          </p:cNvPr>
          <p:cNvSpPr/>
          <p:nvPr/>
        </p:nvSpPr>
        <p:spPr>
          <a:xfrm>
            <a:off x="1387616" y="2918187"/>
            <a:ext cx="2114550" cy="270628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40F3732E-3065-CFFD-26DA-DD64ECE560A8}"/>
              </a:ext>
            </a:extLst>
          </p:cNvPr>
          <p:cNvSpPr txBox="1"/>
          <p:nvPr/>
        </p:nvSpPr>
        <p:spPr>
          <a:xfrm>
            <a:off x="1389545" y="2918187"/>
            <a:ext cx="211262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Options</a:t>
            </a:r>
            <a:endParaRPr lang="ko-KR" altLang="en-US" sz="800" dirty="0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90DEDD85-75A6-E862-FF7E-52B6E03268A0}"/>
              </a:ext>
            </a:extLst>
          </p:cNvPr>
          <p:cNvSpPr txBox="1"/>
          <p:nvPr/>
        </p:nvSpPr>
        <p:spPr>
          <a:xfrm>
            <a:off x="1482923" y="3201531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Diameter Range (Min – Max)</a:t>
            </a:r>
            <a:endParaRPr lang="ko-KR" altLang="en-US" sz="500" dirty="0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0F23A88A-A434-8E25-632C-95731521D05A}"/>
              </a:ext>
            </a:extLst>
          </p:cNvPr>
          <p:cNvSpPr txBox="1"/>
          <p:nvPr/>
        </p:nvSpPr>
        <p:spPr>
          <a:xfrm>
            <a:off x="2684401" y="3198180"/>
            <a:ext cx="324082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/>
              <a:t>10</a:t>
            </a:r>
            <a:endParaRPr lang="ko-KR" altLang="en-US" sz="500" dirty="0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19884366-9647-523E-424F-9B5A6702AD49}"/>
              </a:ext>
            </a:extLst>
          </p:cNvPr>
          <p:cNvSpPr txBox="1"/>
          <p:nvPr/>
        </p:nvSpPr>
        <p:spPr>
          <a:xfrm>
            <a:off x="1482919" y="3385195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Circle Only</a:t>
            </a:r>
            <a:endParaRPr lang="ko-KR" altLang="en-US" sz="500" dirty="0"/>
          </a:p>
        </p:txBody>
      </p:sp>
      <p:sp>
        <p:nvSpPr>
          <p:cNvPr id="306" name="TextBox 305">
            <a:extLst>
              <a:ext uri="{FF2B5EF4-FFF2-40B4-BE49-F238E27FC236}">
                <a16:creationId xmlns:a16="http://schemas.microsoft.com/office/drawing/2014/main" id="{FC071D1B-8A71-39CF-31F7-28ACF954C271}"/>
              </a:ext>
            </a:extLst>
          </p:cNvPr>
          <p:cNvSpPr txBox="1"/>
          <p:nvPr/>
        </p:nvSpPr>
        <p:spPr>
          <a:xfrm>
            <a:off x="2684397" y="3381844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On/Off</a:t>
            </a:r>
            <a:endParaRPr lang="ko-KR" altLang="en-US" sz="500" dirty="0"/>
          </a:p>
        </p:txBody>
      </p:sp>
      <p:sp>
        <p:nvSpPr>
          <p:cNvPr id="307" name="TextBox 306">
            <a:extLst>
              <a:ext uri="{FF2B5EF4-FFF2-40B4-BE49-F238E27FC236}">
                <a16:creationId xmlns:a16="http://schemas.microsoft.com/office/drawing/2014/main" id="{E71B1B1D-D134-45C9-2667-90AD5D20647F}"/>
              </a:ext>
            </a:extLst>
          </p:cNvPr>
          <p:cNvSpPr txBox="1"/>
          <p:nvPr/>
        </p:nvSpPr>
        <p:spPr>
          <a:xfrm>
            <a:off x="1482920" y="3568863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Create Point</a:t>
            </a:r>
            <a:endParaRPr lang="ko-KR" altLang="en-US" sz="500" dirty="0"/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33D98F61-EBB5-35C6-0E35-1F3A90C04703}"/>
              </a:ext>
            </a:extLst>
          </p:cNvPr>
          <p:cNvSpPr txBox="1"/>
          <p:nvPr/>
        </p:nvSpPr>
        <p:spPr>
          <a:xfrm>
            <a:off x="2684398" y="3565512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/>
              <a:t>On/Off</a:t>
            </a:r>
            <a:endParaRPr lang="ko-KR" altLang="en-US" sz="500" dirty="0"/>
          </a:p>
        </p:txBody>
      </p:sp>
      <p:sp>
        <p:nvSpPr>
          <p:cNvPr id="309" name="TextBox 308">
            <a:extLst>
              <a:ext uri="{FF2B5EF4-FFF2-40B4-BE49-F238E27FC236}">
                <a16:creationId xmlns:a16="http://schemas.microsoft.com/office/drawing/2014/main" id="{222838C1-1FBA-1F1B-061E-D7A25FD1B936}"/>
              </a:ext>
            </a:extLst>
          </p:cNvPr>
          <p:cNvSpPr txBox="1"/>
          <p:nvPr/>
        </p:nvSpPr>
        <p:spPr>
          <a:xfrm>
            <a:off x="1482916" y="3752527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Create Center line</a:t>
            </a:r>
            <a:endParaRPr lang="ko-KR" altLang="en-US" sz="500" dirty="0"/>
          </a:p>
        </p:txBody>
      </p:sp>
      <p:sp>
        <p:nvSpPr>
          <p:cNvPr id="310" name="TextBox 309">
            <a:extLst>
              <a:ext uri="{FF2B5EF4-FFF2-40B4-BE49-F238E27FC236}">
                <a16:creationId xmlns:a16="http://schemas.microsoft.com/office/drawing/2014/main" id="{D45B7356-0F73-4A5B-2878-E409D04CEC8D}"/>
              </a:ext>
            </a:extLst>
          </p:cNvPr>
          <p:cNvSpPr txBox="1"/>
          <p:nvPr/>
        </p:nvSpPr>
        <p:spPr>
          <a:xfrm>
            <a:off x="2684394" y="3749176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On/Off</a:t>
            </a:r>
            <a:endParaRPr lang="ko-KR" altLang="en-US" sz="500" dirty="0"/>
          </a:p>
        </p:txBody>
      </p:sp>
      <p:sp>
        <p:nvSpPr>
          <p:cNvPr id="311" name="TextBox 310">
            <a:extLst>
              <a:ext uri="{FF2B5EF4-FFF2-40B4-BE49-F238E27FC236}">
                <a16:creationId xmlns:a16="http://schemas.microsoft.com/office/drawing/2014/main" id="{4A5E2F0A-75A2-4FEE-093F-B82032AC08B8}"/>
              </a:ext>
            </a:extLst>
          </p:cNvPr>
          <p:cNvSpPr txBox="1"/>
          <p:nvPr/>
        </p:nvSpPr>
        <p:spPr>
          <a:xfrm>
            <a:off x="1482925" y="3941208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Sort</a:t>
            </a:r>
            <a:endParaRPr lang="ko-KR" altLang="en-US" sz="500" dirty="0"/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71CB60D6-04EF-6078-7C57-15215C3EFFD8}"/>
              </a:ext>
            </a:extLst>
          </p:cNvPr>
          <p:cNvSpPr txBox="1"/>
          <p:nvPr/>
        </p:nvSpPr>
        <p:spPr>
          <a:xfrm>
            <a:off x="2684403" y="3932833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Diameter</a:t>
            </a:r>
            <a:endParaRPr lang="ko-KR" altLang="en-US" sz="500" dirty="0"/>
          </a:p>
        </p:txBody>
      </p:sp>
      <p:sp>
        <p:nvSpPr>
          <p:cNvPr id="313" name="TextBox 312">
            <a:extLst>
              <a:ext uri="{FF2B5EF4-FFF2-40B4-BE49-F238E27FC236}">
                <a16:creationId xmlns:a16="http://schemas.microsoft.com/office/drawing/2014/main" id="{F2B7485C-9AF7-8E93-EB1D-B4372F20CEDC}"/>
              </a:ext>
            </a:extLst>
          </p:cNvPr>
          <p:cNvSpPr txBox="1"/>
          <p:nvPr/>
        </p:nvSpPr>
        <p:spPr>
          <a:xfrm>
            <a:off x="1482921" y="4124872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Axis Type</a:t>
            </a:r>
            <a:endParaRPr lang="ko-KR" altLang="en-US" sz="500" dirty="0"/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EBA45DB1-252B-8A7D-B149-8EE86C01D8A0}"/>
              </a:ext>
            </a:extLst>
          </p:cNvPr>
          <p:cNvSpPr txBox="1"/>
          <p:nvPr/>
        </p:nvSpPr>
        <p:spPr>
          <a:xfrm>
            <a:off x="2684399" y="4116497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Origin</a:t>
            </a:r>
            <a:endParaRPr lang="ko-KR" altLang="en-US" sz="500" dirty="0"/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B754C03B-D2A8-4C1C-DB38-A60913B3F7A2}"/>
              </a:ext>
            </a:extLst>
          </p:cNvPr>
          <p:cNvSpPr txBox="1"/>
          <p:nvPr/>
        </p:nvSpPr>
        <p:spPr>
          <a:xfrm>
            <a:off x="1482922" y="4308540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Axis Direction</a:t>
            </a:r>
            <a:endParaRPr lang="ko-KR" altLang="en-US" sz="500" dirty="0"/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C9FF8230-AC2C-604D-C6BC-DA08C29760AA}"/>
              </a:ext>
            </a:extLst>
          </p:cNvPr>
          <p:cNvSpPr txBox="1"/>
          <p:nvPr/>
        </p:nvSpPr>
        <p:spPr>
          <a:xfrm>
            <a:off x="2684400" y="4300165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Z+</a:t>
            </a:r>
            <a:endParaRPr lang="ko-KR" altLang="en-US" sz="500" dirty="0"/>
          </a:p>
        </p:txBody>
      </p:sp>
      <p:sp>
        <p:nvSpPr>
          <p:cNvPr id="317" name="TextBox 316">
            <a:extLst>
              <a:ext uri="{FF2B5EF4-FFF2-40B4-BE49-F238E27FC236}">
                <a16:creationId xmlns:a16="http://schemas.microsoft.com/office/drawing/2014/main" id="{DF61A74F-48AD-6481-54ED-415AE2154C69}"/>
              </a:ext>
            </a:extLst>
          </p:cNvPr>
          <p:cNvSpPr txBox="1"/>
          <p:nvPr/>
        </p:nvSpPr>
        <p:spPr>
          <a:xfrm>
            <a:off x="1482918" y="4492204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Prefix Name</a:t>
            </a:r>
            <a:endParaRPr lang="ko-KR" altLang="en-US" sz="500" dirty="0"/>
          </a:p>
        </p:txBody>
      </p:sp>
      <p:sp>
        <p:nvSpPr>
          <p:cNvPr id="318" name="TextBox 317">
            <a:extLst>
              <a:ext uri="{FF2B5EF4-FFF2-40B4-BE49-F238E27FC236}">
                <a16:creationId xmlns:a16="http://schemas.microsoft.com/office/drawing/2014/main" id="{18CD409B-440F-C00F-14AD-F38C81DC3EFE}"/>
              </a:ext>
            </a:extLst>
          </p:cNvPr>
          <p:cNvSpPr txBox="1"/>
          <p:nvPr/>
        </p:nvSpPr>
        <p:spPr>
          <a:xfrm>
            <a:off x="2684396" y="4483829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P</a:t>
            </a:r>
            <a:endParaRPr lang="ko-KR" altLang="en-US" sz="500" dirty="0"/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EB5BE50A-9A94-D5A8-AD82-500977F1179C}"/>
              </a:ext>
            </a:extLst>
          </p:cNvPr>
          <p:cNvSpPr txBox="1"/>
          <p:nvPr/>
        </p:nvSpPr>
        <p:spPr>
          <a:xfrm>
            <a:off x="1482924" y="4675852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Prefix</a:t>
            </a:r>
            <a:endParaRPr lang="ko-KR" altLang="en-US" sz="500"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C9132B82-A005-F796-C6D8-932F64DE237D}"/>
              </a:ext>
            </a:extLst>
          </p:cNvPr>
          <p:cNvSpPr txBox="1"/>
          <p:nvPr/>
        </p:nvSpPr>
        <p:spPr>
          <a:xfrm>
            <a:off x="2684402" y="4667477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/>
              <a:t>On/Off</a:t>
            </a:r>
            <a:endParaRPr lang="ko-KR" altLang="en-US" sz="500" dirty="0"/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9314C5C3-B265-004B-80E9-86E6BF38964A}"/>
              </a:ext>
            </a:extLst>
          </p:cNvPr>
          <p:cNvSpPr txBox="1"/>
          <p:nvPr/>
        </p:nvSpPr>
        <p:spPr>
          <a:xfrm>
            <a:off x="1482920" y="4859516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Diameter</a:t>
            </a:r>
            <a:endParaRPr lang="ko-KR" altLang="en-US" sz="500" dirty="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A5B528AE-8403-8041-1E83-C823A18B36E0}"/>
              </a:ext>
            </a:extLst>
          </p:cNvPr>
          <p:cNvSpPr txBox="1"/>
          <p:nvPr/>
        </p:nvSpPr>
        <p:spPr>
          <a:xfrm>
            <a:off x="2684398" y="4851141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/>
              <a:t>On/Off</a:t>
            </a:r>
            <a:endParaRPr lang="ko-KR" altLang="en-US" sz="500" dirty="0"/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BFE3BEB0-CDB6-A474-FE2B-E27AFB64CDDD}"/>
              </a:ext>
            </a:extLst>
          </p:cNvPr>
          <p:cNvSpPr txBox="1"/>
          <p:nvPr/>
        </p:nvSpPr>
        <p:spPr>
          <a:xfrm>
            <a:off x="1482921" y="5043184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Coordinate</a:t>
            </a:r>
            <a:endParaRPr lang="ko-KR" altLang="en-US" sz="500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EA51493-88D6-0214-DDA3-F34EE489A991}"/>
              </a:ext>
            </a:extLst>
          </p:cNvPr>
          <p:cNvSpPr txBox="1"/>
          <p:nvPr/>
        </p:nvSpPr>
        <p:spPr>
          <a:xfrm>
            <a:off x="2684399" y="5034809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/>
              <a:t>On/Off</a:t>
            </a:r>
            <a:endParaRPr lang="ko-KR" altLang="en-US" sz="500" dirty="0"/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07294922-2258-9A22-BDED-BA8DDA6FD6DF}"/>
              </a:ext>
            </a:extLst>
          </p:cNvPr>
          <p:cNvSpPr txBox="1"/>
          <p:nvPr/>
        </p:nvSpPr>
        <p:spPr>
          <a:xfrm>
            <a:off x="1482917" y="5226848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Base Serial Number</a:t>
            </a:r>
            <a:endParaRPr lang="ko-KR" altLang="en-US" sz="500" dirty="0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9B3C5D28-DAF3-CFFA-35B2-685957D97D49}"/>
              </a:ext>
            </a:extLst>
          </p:cNvPr>
          <p:cNvSpPr txBox="1"/>
          <p:nvPr/>
        </p:nvSpPr>
        <p:spPr>
          <a:xfrm>
            <a:off x="2684395" y="5218473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1</a:t>
            </a:r>
            <a:endParaRPr lang="ko-KR" altLang="en-US" sz="500" dirty="0"/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0A12D68B-BB67-CABE-2EE7-68688E62E053}"/>
              </a:ext>
            </a:extLst>
          </p:cNvPr>
          <p:cNvSpPr txBox="1"/>
          <p:nvPr/>
        </p:nvSpPr>
        <p:spPr>
          <a:xfrm>
            <a:off x="1482926" y="5410505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 dirty="0"/>
              <a:t>Edit Mode</a:t>
            </a:r>
            <a:endParaRPr lang="ko-KR" altLang="en-US" sz="500" dirty="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348CE551-AFA5-D3F5-8EFD-68929710853E}"/>
              </a:ext>
            </a:extLst>
          </p:cNvPr>
          <p:cNvSpPr txBox="1"/>
          <p:nvPr/>
        </p:nvSpPr>
        <p:spPr>
          <a:xfrm>
            <a:off x="2684404" y="5402130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500"/>
              <a:t>On/Off</a:t>
            </a:r>
            <a:endParaRPr lang="ko-KR" altLang="en-US" sz="500" dirty="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D8C444BF-B503-687E-1D48-EA792E4B4129}"/>
              </a:ext>
            </a:extLst>
          </p:cNvPr>
          <p:cNvSpPr txBox="1"/>
          <p:nvPr/>
        </p:nvSpPr>
        <p:spPr>
          <a:xfrm>
            <a:off x="3079160" y="3198423"/>
            <a:ext cx="324082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" dirty="0"/>
              <a:t>50</a:t>
            </a:r>
            <a:endParaRPr lang="ko-KR" altLang="en-US" sz="500" dirty="0"/>
          </a:p>
        </p:txBody>
      </p:sp>
      <p:sp>
        <p:nvSpPr>
          <p:cNvPr id="125" name="이등변 삼각형 124">
            <a:extLst>
              <a:ext uri="{FF2B5EF4-FFF2-40B4-BE49-F238E27FC236}">
                <a16:creationId xmlns:a16="http://schemas.microsoft.com/office/drawing/2014/main" id="{592C55AF-ABF7-1807-DDB5-BC1A5939BEDA}"/>
              </a:ext>
            </a:extLst>
          </p:cNvPr>
          <p:cNvSpPr/>
          <p:nvPr/>
        </p:nvSpPr>
        <p:spPr>
          <a:xfrm rot="10800000">
            <a:off x="3315937" y="4022411"/>
            <a:ext cx="68925" cy="57643"/>
          </a:xfrm>
          <a:prstGeom prst="triangle">
            <a:avLst/>
          </a:prstGeom>
          <a:solidFill>
            <a:schemeClr val="tx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2" name="이등변 삼각형 331">
            <a:extLst>
              <a:ext uri="{FF2B5EF4-FFF2-40B4-BE49-F238E27FC236}">
                <a16:creationId xmlns:a16="http://schemas.microsoft.com/office/drawing/2014/main" id="{84AC4AB3-9053-D3FA-2769-4AA7DC0EE94E}"/>
              </a:ext>
            </a:extLst>
          </p:cNvPr>
          <p:cNvSpPr/>
          <p:nvPr/>
        </p:nvSpPr>
        <p:spPr>
          <a:xfrm rot="10800000">
            <a:off x="3315937" y="4211958"/>
            <a:ext cx="68925" cy="57643"/>
          </a:xfrm>
          <a:prstGeom prst="triangle">
            <a:avLst/>
          </a:prstGeom>
          <a:solidFill>
            <a:schemeClr val="tx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3" name="이등변 삼각형 332">
            <a:extLst>
              <a:ext uri="{FF2B5EF4-FFF2-40B4-BE49-F238E27FC236}">
                <a16:creationId xmlns:a16="http://schemas.microsoft.com/office/drawing/2014/main" id="{DF33F932-7E2B-630C-6264-4E2A84D2DB1C}"/>
              </a:ext>
            </a:extLst>
          </p:cNvPr>
          <p:cNvSpPr/>
          <p:nvPr/>
        </p:nvSpPr>
        <p:spPr>
          <a:xfrm rot="10800000">
            <a:off x="3318058" y="4389134"/>
            <a:ext cx="68925" cy="57643"/>
          </a:xfrm>
          <a:prstGeom prst="triangle">
            <a:avLst/>
          </a:prstGeom>
          <a:solidFill>
            <a:schemeClr val="tx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E1ED2EA8-099A-F8DC-1EB7-8B778D053C41}"/>
              </a:ext>
            </a:extLst>
          </p:cNvPr>
          <p:cNvSpPr/>
          <p:nvPr/>
        </p:nvSpPr>
        <p:spPr>
          <a:xfrm>
            <a:off x="6772275" y="382421"/>
            <a:ext cx="2114550" cy="13797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3" name="그림 222" descr="옅은이(가) 표시된 사진&#10;&#10;자동 생성된 설명">
            <a:extLst>
              <a:ext uri="{FF2B5EF4-FFF2-40B4-BE49-F238E27FC236}">
                <a16:creationId xmlns:a16="http://schemas.microsoft.com/office/drawing/2014/main" id="{EE27FC55-7F7D-5D73-6EFD-B3EFAD31BFD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582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4" name="그림 223" descr="실루엣, 밤하늘이(가) 표시된 사진&#10;&#10;자동 생성된 설명">
            <a:extLst>
              <a:ext uri="{FF2B5EF4-FFF2-40B4-BE49-F238E27FC236}">
                <a16:creationId xmlns:a16="http://schemas.microsoft.com/office/drawing/2014/main" id="{54047CFF-E4CF-CE89-51CF-636B54E1B9B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107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5" name="그림 224">
            <a:extLst>
              <a:ext uri="{FF2B5EF4-FFF2-40B4-BE49-F238E27FC236}">
                <a16:creationId xmlns:a16="http://schemas.microsoft.com/office/drawing/2014/main" id="{66CEBB11-E5BA-7587-3FA9-019E5177722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632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6" name="그림 225" descr="텍스트, 창문, 클립아트이(가) 표시된 사진&#10;&#10;자동 생성된 설명">
            <a:extLst>
              <a:ext uri="{FF2B5EF4-FFF2-40B4-BE49-F238E27FC236}">
                <a16:creationId xmlns:a16="http://schemas.microsoft.com/office/drawing/2014/main" id="{979C7F0F-B342-49C4-0637-2A50446EB19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57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7" name="그림 226">
            <a:extLst>
              <a:ext uri="{FF2B5EF4-FFF2-40B4-BE49-F238E27FC236}">
                <a16:creationId xmlns:a16="http://schemas.microsoft.com/office/drawing/2014/main" id="{23FB859B-20A9-2911-B284-6961B71769B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82" y="895407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8" name="그림 227">
            <a:extLst>
              <a:ext uri="{FF2B5EF4-FFF2-40B4-BE49-F238E27FC236}">
                <a16:creationId xmlns:a16="http://schemas.microsoft.com/office/drawing/2014/main" id="{BD23B3DB-9344-5D4B-0FE8-3C37B03AE4F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582" y="504882"/>
            <a:ext cx="365714" cy="3657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</p:pic>
      <p:pic>
        <p:nvPicPr>
          <p:cNvPr id="229" name="그림 228">
            <a:extLst>
              <a:ext uri="{FF2B5EF4-FFF2-40B4-BE49-F238E27FC236}">
                <a16:creationId xmlns:a16="http://schemas.microsoft.com/office/drawing/2014/main" id="{7910CE41-C88C-A92B-3D11-E5A8A812AC6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107" y="504882"/>
            <a:ext cx="365714" cy="365714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  <p:pic>
        <p:nvPicPr>
          <p:cNvPr id="230" name="그림 229" descr="게이지이(가) 표시된 사진&#10;&#10;자동 생성된 설명">
            <a:extLst>
              <a:ext uri="{FF2B5EF4-FFF2-40B4-BE49-F238E27FC236}">
                <a16:creationId xmlns:a16="http://schemas.microsoft.com/office/drawing/2014/main" id="{F36C0E3C-0EDB-A232-60F6-D078137D81A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8632" y="50488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2" name="그림 231">
            <a:extLst>
              <a:ext uri="{FF2B5EF4-FFF2-40B4-BE49-F238E27FC236}">
                <a16:creationId xmlns:a16="http://schemas.microsoft.com/office/drawing/2014/main" id="{4559F2E7-37DD-F094-CCCD-04061603809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157" y="504882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4" name="그림 233">
            <a:extLst>
              <a:ext uri="{FF2B5EF4-FFF2-40B4-BE49-F238E27FC236}">
                <a16:creationId xmlns:a16="http://schemas.microsoft.com/office/drawing/2014/main" id="{B6959949-43C3-F745-AACF-E691F68DD3A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82" y="50488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36" name="그림 235">
            <a:extLst>
              <a:ext uri="{FF2B5EF4-FFF2-40B4-BE49-F238E27FC236}">
                <a16:creationId xmlns:a16="http://schemas.microsoft.com/office/drawing/2014/main" id="{4571267E-DFB2-84CF-9B4A-24A31364DAC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582" y="128593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38" name="그림 237" descr="텍스트이(가) 표시된 사진&#10;&#10;자동 생성된 설명">
            <a:extLst>
              <a:ext uri="{FF2B5EF4-FFF2-40B4-BE49-F238E27FC236}">
                <a16:creationId xmlns:a16="http://schemas.microsoft.com/office/drawing/2014/main" id="{934D74CB-C019-652A-C6B6-D4A3461764D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107" y="128593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EDD55B1C-4A1F-8553-A581-5B8719DE633A}"/>
              </a:ext>
            </a:extLst>
          </p:cNvPr>
          <p:cNvSpPr/>
          <p:nvPr/>
        </p:nvSpPr>
        <p:spPr>
          <a:xfrm>
            <a:off x="6772275" y="1792120"/>
            <a:ext cx="2114550" cy="10516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2" name="직사각형 241">
            <a:extLst>
              <a:ext uri="{FF2B5EF4-FFF2-40B4-BE49-F238E27FC236}">
                <a16:creationId xmlns:a16="http://schemas.microsoft.com/office/drawing/2014/main" id="{4F285BF1-A8F6-FC43-0C5A-2695750C9F4E}"/>
              </a:ext>
            </a:extLst>
          </p:cNvPr>
          <p:cNvSpPr/>
          <p:nvPr/>
        </p:nvSpPr>
        <p:spPr>
          <a:xfrm>
            <a:off x="6867582" y="1835483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A93C7643-C61B-E23F-E990-6F3196353020}"/>
              </a:ext>
            </a:extLst>
          </p:cNvPr>
          <p:cNvSpPr txBox="1"/>
          <p:nvPr/>
        </p:nvSpPr>
        <p:spPr>
          <a:xfrm>
            <a:off x="7112792" y="1835235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2 Points Distance</a:t>
            </a:r>
            <a:endParaRPr lang="ko-KR" altLang="en-US" sz="800" dirty="0"/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F04A29DC-EAB1-DEF6-B3F2-D54A32ABC139}"/>
              </a:ext>
            </a:extLst>
          </p:cNvPr>
          <p:cNvSpPr/>
          <p:nvPr/>
        </p:nvSpPr>
        <p:spPr>
          <a:xfrm>
            <a:off x="6867582" y="2073608"/>
            <a:ext cx="222896" cy="21472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955AA101-5F3A-460F-2D42-457E9301239D}"/>
              </a:ext>
            </a:extLst>
          </p:cNvPr>
          <p:cNvSpPr txBox="1"/>
          <p:nvPr/>
        </p:nvSpPr>
        <p:spPr>
          <a:xfrm>
            <a:off x="7112792" y="2073360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Linear Distance</a:t>
            </a:r>
            <a:endParaRPr lang="ko-KR" altLang="en-US" sz="800" dirty="0"/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124D32CE-EAAF-6515-9B43-E09AF1E541AE}"/>
              </a:ext>
            </a:extLst>
          </p:cNvPr>
          <p:cNvSpPr/>
          <p:nvPr/>
        </p:nvSpPr>
        <p:spPr>
          <a:xfrm>
            <a:off x="6867583" y="2309616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8A5DC878-C835-5F45-806E-E3515206AB95}"/>
              </a:ext>
            </a:extLst>
          </p:cNvPr>
          <p:cNvSpPr txBox="1"/>
          <p:nvPr/>
        </p:nvSpPr>
        <p:spPr>
          <a:xfrm>
            <a:off x="7112793" y="2309368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Entities Distance</a:t>
            </a:r>
            <a:endParaRPr lang="ko-KR" altLang="en-US" sz="800" dirty="0"/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372790A5-5052-A0C9-12B5-0832BF006D16}"/>
              </a:ext>
            </a:extLst>
          </p:cNvPr>
          <p:cNvSpPr/>
          <p:nvPr/>
        </p:nvSpPr>
        <p:spPr>
          <a:xfrm>
            <a:off x="6867583" y="2547741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A955C16C-5909-2AAC-79A8-B2B4AC061CE2}"/>
              </a:ext>
            </a:extLst>
          </p:cNvPr>
          <p:cNvSpPr txBox="1"/>
          <p:nvPr/>
        </p:nvSpPr>
        <p:spPr>
          <a:xfrm>
            <a:off x="7112793" y="2547493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Slot Hole Distance</a:t>
            </a:r>
            <a:endParaRPr lang="ko-KR" altLang="en-US" sz="800" dirty="0"/>
          </a:p>
        </p:txBody>
      </p: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3958523C-A799-77F4-07D2-E66DD8F11B15}"/>
              </a:ext>
            </a:extLst>
          </p:cNvPr>
          <p:cNvSpPr/>
          <p:nvPr/>
        </p:nvSpPr>
        <p:spPr>
          <a:xfrm>
            <a:off x="6772275" y="3516145"/>
            <a:ext cx="2114550" cy="7547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DD92802E-99AA-67D7-9679-DC99E4B36CBB}"/>
              </a:ext>
            </a:extLst>
          </p:cNvPr>
          <p:cNvSpPr txBox="1"/>
          <p:nvPr/>
        </p:nvSpPr>
        <p:spPr>
          <a:xfrm>
            <a:off x="6774204" y="3516145"/>
            <a:ext cx="211262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Status</a:t>
            </a:r>
            <a:endParaRPr lang="ko-KR" altLang="en-US" sz="800" dirty="0"/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1707579C-B57C-BD6B-3BE1-C8F0F485A233}"/>
              </a:ext>
            </a:extLst>
          </p:cNvPr>
          <p:cNvSpPr txBox="1"/>
          <p:nvPr/>
        </p:nvSpPr>
        <p:spPr>
          <a:xfrm>
            <a:off x="6777078" y="3749059"/>
            <a:ext cx="2112621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Select the first point</a:t>
            </a:r>
          </a:p>
          <a:p>
            <a:r>
              <a:rPr lang="en-US" altLang="ko-KR" sz="800" dirty="0"/>
              <a:t>Select the second point (Shift Key : Orthogonal)</a:t>
            </a:r>
            <a:endParaRPr lang="ko-KR" altLang="en-US" sz="800" dirty="0"/>
          </a:p>
        </p:txBody>
      </p:sp>
      <p:cxnSp>
        <p:nvCxnSpPr>
          <p:cNvPr id="261" name="연결선: 꺾임 260">
            <a:extLst>
              <a:ext uri="{FF2B5EF4-FFF2-40B4-BE49-F238E27FC236}">
                <a16:creationId xmlns:a16="http://schemas.microsoft.com/office/drawing/2014/main" id="{0CFD4733-C746-CC70-BED9-98F7A723223D}"/>
              </a:ext>
            </a:extLst>
          </p:cNvPr>
          <p:cNvCxnSpPr>
            <a:cxnSpLocks/>
            <a:stCxn id="229" idx="0"/>
            <a:endCxn id="240" idx="1"/>
          </p:cNvCxnSpPr>
          <p:nvPr/>
        </p:nvCxnSpPr>
        <p:spPr>
          <a:xfrm rot="16200000" flipH="1" flipV="1">
            <a:off x="6200088" y="1077068"/>
            <a:ext cx="1813063" cy="668689"/>
          </a:xfrm>
          <a:prstGeom prst="bentConnector4">
            <a:avLst>
              <a:gd name="adj1" fmla="val -12608"/>
              <a:gd name="adj2" fmla="val 134186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11E8D884-87A8-E7C2-77DD-39160CE1A250}"/>
              </a:ext>
            </a:extLst>
          </p:cNvPr>
          <p:cNvSpPr/>
          <p:nvPr/>
        </p:nvSpPr>
        <p:spPr>
          <a:xfrm>
            <a:off x="6772275" y="2907532"/>
            <a:ext cx="2114550" cy="5719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7D0ABC4D-179A-E573-AB7C-D1DB21BFB152}"/>
              </a:ext>
            </a:extLst>
          </p:cNvPr>
          <p:cNvSpPr txBox="1"/>
          <p:nvPr/>
        </p:nvSpPr>
        <p:spPr>
          <a:xfrm>
            <a:off x="6774204" y="2907531"/>
            <a:ext cx="2112621" cy="21544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Options</a:t>
            </a:r>
            <a:endParaRPr lang="ko-KR" altLang="en-US" sz="800" dirty="0"/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581EDE4D-1724-3FAE-93B4-7C8CE9E90CF5}"/>
              </a:ext>
            </a:extLst>
          </p:cNvPr>
          <p:cNvSpPr txBox="1"/>
          <p:nvPr/>
        </p:nvSpPr>
        <p:spPr>
          <a:xfrm>
            <a:off x="6867582" y="3190875"/>
            <a:ext cx="1102564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Direction</a:t>
            </a:r>
            <a:endParaRPr lang="ko-KR" altLang="en-US" sz="800" dirty="0"/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E5D1598C-0BBE-8983-B9C5-05E556A1B124}"/>
              </a:ext>
            </a:extLst>
          </p:cNvPr>
          <p:cNvSpPr txBox="1"/>
          <p:nvPr/>
        </p:nvSpPr>
        <p:spPr>
          <a:xfrm>
            <a:off x="8069060" y="3187524"/>
            <a:ext cx="718848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X</a:t>
            </a:r>
            <a:endParaRPr lang="ko-KR" altLang="en-US" sz="800" dirty="0"/>
          </a:p>
        </p:txBody>
      </p:sp>
      <p:sp>
        <p:nvSpPr>
          <p:cNvPr id="351" name="이등변 삼각형 350">
            <a:extLst>
              <a:ext uri="{FF2B5EF4-FFF2-40B4-BE49-F238E27FC236}">
                <a16:creationId xmlns:a16="http://schemas.microsoft.com/office/drawing/2014/main" id="{9D3686E3-61A8-6A14-2BAE-C9FA85549898}"/>
              </a:ext>
            </a:extLst>
          </p:cNvPr>
          <p:cNvSpPr/>
          <p:nvPr/>
        </p:nvSpPr>
        <p:spPr>
          <a:xfrm rot="10800000">
            <a:off x="8705850" y="3317952"/>
            <a:ext cx="68925" cy="57643"/>
          </a:xfrm>
          <a:prstGeom prst="triangle">
            <a:avLst/>
          </a:prstGeom>
          <a:solidFill>
            <a:schemeClr val="tx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직사각형 351">
            <a:extLst>
              <a:ext uri="{FF2B5EF4-FFF2-40B4-BE49-F238E27FC236}">
                <a16:creationId xmlns:a16="http://schemas.microsoft.com/office/drawing/2014/main" id="{5360C4AC-5095-E8E2-FFEE-D2D5C169AB6E}"/>
              </a:ext>
            </a:extLst>
          </p:cNvPr>
          <p:cNvSpPr/>
          <p:nvPr/>
        </p:nvSpPr>
        <p:spPr>
          <a:xfrm>
            <a:off x="4094540" y="382645"/>
            <a:ext cx="2114550" cy="13797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3" name="그림 352" descr="옅은이(가) 표시된 사진&#10;&#10;자동 생성된 설명">
            <a:extLst>
              <a:ext uri="{FF2B5EF4-FFF2-40B4-BE49-F238E27FC236}">
                <a16:creationId xmlns:a16="http://schemas.microsoft.com/office/drawing/2014/main" id="{C39665B1-8441-7A0D-1690-9D1061B743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847" y="895631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4" name="그림 353" descr="실루엣, 밤하늘이(가) 표시된 사진&#10;&#10;자동 생성된 설명">
            <a:extLst>
              <a:ext uri="{FF2B5EF4-FFF2-40B4-BE49-F238E27FC236}">
                <a16:creationId xmlns:a16="http://schemas.microsoft.com/office/drawing/2014/main" id="{6020D056-042A-0B3D-64B9-455CC663B48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372" y="895631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5" name="그림 354">
            <a:extLst>
              <a:ext uri="{FF2B5EF4-FFF2-40B4-BE49-F238E27FC236}">
                <a16:creationId xmlns:a16="http://schemas.microsoft.com/office/drawing/2014/main" id="{CF8DDE12-4F85-28D5-A52F-269C4768986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897" y="895631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6" name="그림 355" descr="텍스트, 창문, 클립아트이(가) 표시된 사진&#10;&#10;자동 생성된 설명">
            <a:extLst>
              <a:ext uri="{FF2B5EF4-FFF2-40B4-BE49-F238E27FC236}">
                <a16:creationId xmlns:a16="http://schemas.microsoft.com/office/drawing/2014/main" id="{4D797730-43DC-CCC0-D6D1-0467507F48B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422" y="895631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7" name="그림 356">
            <a:extLst>
              <a:ext uri="{FF2B5EF4-FFF2-40B4-BE49-F238E27FC236}">
                <a16:creationId xmlns:a16="http://schemas.microsoft.com/office/drawing/2014/main" id="{0BC9090F-F091-898A-2B53-FE3A67365A4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947" y="895631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8" name="그림 357">
            <a:extLst>
              <a:ext uri="{FF2B5EF4-FFF2-40B4-BE49-F238E27FC236}">
                <a16:creationId xmlns:a16="http://schemas.microsoft.com/office/drawing/2014/main" id="{2CB67B34-2587-AF3A-1A97-FF671D7DB0D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847" y="505106"/>
            <a:ext cx="365714" cy="36571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</p:pic>
      <p:pic>
        <p:nvPicPr>
          <p:cNvPr id="359" name="그림 358">
            <a:extLst>
              <a:ext uri="{FF2B5EF4-FFF2-40B4-BE49-F238E27FC236}">
                <a16:creationId xmlns:a16="http://schemas.microsoft.com/office/drawing/2014/main" id="{3B0687B0-15DD-075E-347F-3862F279C99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372" y="505106"/>
            <a:ext cx="365714" cy="365714"/>
          </a:xfrm>
          <a:prstGeom prst="rect">
            <a:avLst/>
          </a:prstGeom>
          <a:ln w="22225">
            <a:solidFill>
              <a:schemeClr val="tx1"/>
            </a:solidFill>
          </a:ln>
        </p:spPr>
      </p:pic>
      <p:pic>
        <p:nvPicPr>
          <p:cNvPr id="360" name="그림 359" descr="게이지이(가) 표시된 사진&#10;&#10;자동 생성된 설명">
            <a:extLst>
              <a:ext uri="{FF2B5EF4-FFF2-40B4-BE49-F238E27FC236}">
                <a16:creationId xmlns:a16="http://schemas.microsoft.com/office/drawing/2014/main" id="{6839B37B-797A-2347-1EA1-9FFFFCC82BC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0897" y="505106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1" name="그림 360">
            <a:extLst>
              <a:ext uri="{FF2B5EF4-FFF2-40B4-BE49-F238E27FC236}">
                <a16:creationId xmlns:a16="http://schemas.microsoft.com/office/drawing/2014/main" id="{359366E1-6AC0-EA01-CF1F-03F8F587E5F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422" y="505106"/>
            <a:ext cx="365714" cy="3657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2" name="그림 361">
            <a:extLst>
              <a:ext uri="{FF2B5EF4-FFF2-40B4-BE49-F238E27FC236}">
                <a16:creationId xmlns:a16="http://schemas.microsoft.com/office/drawing/2014/main" id="{5A9DE28B-35EE-2DDB-9843-D498640302C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947" y="505106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63" name="그림 362">
            <a:extLst>
              <a:ext uri="{FF2B5EF4-FFF2-40B4-BE49-F238E27FC236}">
                <a16:creationId xmlns:a16="http://schemas.microsoft.com/office/drawing/2014/main" id="{62B23068-2931-0AC3-BF27-39214963648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847" y="1286156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64" name="그림 363" descr="텍스트이(가) 표시된 사진&#10;&#10;자동 생성된 설명">
            <a:extLst>
              <a:ext uri="{FF2B5EF4-FFF2-40B4-BE49-F238E27FC236}">
                <a16:creationId xmlns:a16="http://schemas.microsoft.com/office/drawing/2014/main" id="{D73011D8-6037-AF68-F90B-B2BF80E2588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0372" y="1286156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365" name="직사각형 364">
            <a:extLst>
              <a:ext uri="{FF2B5EF4-FFF2-40B4-BE49-F238E27FC236}">
                <a16:creationId xmlns:a16="http://schemas.microsoft.com/office/drawing/2014/main" id="{0FFF7713-DA1A-E925-CF3E-36BC17D00912}"/>
              </a:ext>
            </a:extLst>
          </p:cNvPr>
          <p:cNvSpPr/>
          <p:nvPr/>
        </p:nvSpPr>
        <p:spPr>
          <a:xfrm>
            <a:off x="4094540" y="1792344"/>
            <a:ext cx="2114550" cy="10516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6" name="직사각형 365">
            <a:extLst>
              <a:ext uri="{FF2B5EF4-FFF2-40B4-BE49-F238E27FC236}">
                <a16:creationId xmlns:a16="http://schemas.microsoft.com/office/drawing/2014/main" id="{AEAC0356-4731-06CE-121F-5BF54AD7B021}"/>
              </a:ext>
            </a:extLst>
          </p:cNvPr>
          <p:cNvSpPr/>
          <p:nvPr/>
        </p:nvSpPr>
        <p:spPr>
          <a:xfrm>
            <a:off x="4189847" y="1835707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29CBDD85-2D2F-D6B0-0EA0-A8A59061EAF2}"/>
              </a:ext>
            </a:extLst>
          </p:cNvPr>
          <p:cNvSpPr txBox="1"/>
          <p:nvPr/>
        </p:nvSpPr>
        <p:spPr>
          <a:xfrm>
            <a:off x="4435057" y="1835459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2 Points Distance</a:t>
            </a:r>
            <a:endParaRPr lang="ko-KR" altLang="en-US" sz="800" dirty="0"/>
          </a:p>
        </p:txBody>
      </p:sp>
      <p:sp>
        <p:nvSpPr>
          <p:cNvPr id="368" name="직사각형 367">
            <a:extLst>
              <a:ext uri="{FF2B5EF4-FFF2-40B4-BE49-F238E27FC236}">
                <a16:creationId xmlns:a16="http://schemas.microsoft.com/office/drawing/2014/main" id="{9017E3FF-0D31-6CA9-4CB7-AD5CE33CA6E7}"/>
              </a:ext>
            </a:extLst>
          </p:cNvPr>
          <p:cNvSpPr/>
          <p:nvPr/>
        </p:nvSpPr>
        <p:spPr>
          <a:xfrm>
            <a:off x="4189847" y="2073832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F22DEB28-B8E7-7C33-3147-10C0D767DF0A}"/>
              </a:ext>
            </a:extLst>
          </p:cNvPr>
          <p:cNvSpPr txBox="1"/>
          <p:nvPr/>
        </p:nvSpPr>
        <p:spPr>
          <a:xfrm>
            <a:off x="4435057" y="2073584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Linear Distance</a:t>
            </a:r>
            <a:endParaRPr lang="ko-KR" altLang="en-US" sz="800" dirty="0"/>
          </a:p>
        </p:txBody>
      </p:sp>
      <p:sp>
        <p:nvSpPr>
          <p:cNvPr id="370" name="직사각형 369">
            <a:extLst>
              <a:ext uri="{FF2B5EF4-FFF2-40B4-BE49-F238E27FC236}">
                <a16:creationId xmlns:a16="http://schemas.microsoft.com/office/drawing/2014/main" id="{5C6FEC20-EF92-D39A-1318-AF302B6473C0}"/>
              </a:ext>
            </a:extLst>
          </p:cNvPr>
          <p:cNvSpPr/>
          <p:nvPr/>
        </p:nvSpPr>
        <p:spPr>
          <a:xfrm>
            <a:off x="4189848" y="2309840"/>
            <a:ext cx="222896" cy="21472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8C3EA4BD-F4B2-77A5-6323-3EC9BE3ED507}"/>
              </a:ext>
            </a:extLst>
          </p:cNvPr>
          <p:cNvSpPr txBox="1"/>
          <p:nvPr/>
        </p:nvSpPr>
        <p:spPr>
          <a:xfrm>
            <a:off x="4435058" y="2309592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Entities Distance</a:t>
            </a:r>
            <a:endParaRPr lang="ko-KR" altLang="en-US" sz="800" dirty="0"/>
          </a:p>
        </p:txBody>
      </p:sp>
      <p:sp>
        <p:nvSpPr>
          <p:cNvPr id="372" name="직사각형 371">
            <a:extLst>
              <a:ext uri="{FF2B5EF4-FFF2-40B4-BE49-F238E27FC236}">
                <a16:creationId xmlns:a16="http://schemas.microsoft.com/office/drawing/2014/main" id="{E6D0BAA4-DA1D-FBC3-A790-50D3CE56B6CA}"/>
              </a:ext>
            </a:extLst>
          </p:cNvPr>
          <p:cNvSpPr/>
          <p:nvPr/>
        </p:nvSpPr>
        <p:spPr>
          <a:xfrm>
            <a:off x="4189848" y="2547965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E10BBBD5-493C-D227-5049-409537F30A2C}"/>
              </a:ext>
            </a:extLst>
          </p:cNvPr>
          <p:cNvSpPr txBox="1"/>
          <p:nvPr/>
        </p:nvSpPr>
        <p:spPr>
          <a:xfrm>
            <a:off x="4435058" y="2547717"/>
            <a:ext cx="1682603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Slot Hole Distance</a:t>
            </a:r>
            <a:endParaRPr lang="ko-KR" altLang="en-US" sz="800" dirty="0"/>
          </a:p>
        </p:txBody>
      </p:sp>
      <p:cxnSp>
        <p:nvCxnSpPr>
          <p:cNvPr id="374" name="연결선: 꺾임 373">
            <a:extLst>
              <a:ext uri="{FF2B5EF4-FFF2-40B4-BE49-F238E27FC236}">
                <a16:creationId xmlns:a16="http://schemas.microsoft.com/office/drawing/2014/main" id="{D6DC8C3B-E17E-FBDB-B3D2-91509D51D153}"/>
              </a:ext>
            </a:extLst>
          </p:cNvPr>
          <p:cNvCxnSpPr>
            <a:cxnSpLocks/>
            <a:stCxn id="359" idx="0"/>
            <a:endCxn id="365" idx="1"/>
          </p:cNvCxnSpPr>
          <p:nvPr/>
        </p:nvCxnSpPr>
        <p:spPr>
          <a:xfrm rot="16200000" flipH="1" flipV="1">
            <a:off x="3522353" y="1077292"/>
            <a:ext cx="1813063" cy="668689"/>
          </a:xfrm>
          <a:prstGeom prst="bentConnector4">
            <a:avLst>
              <a:gd name="adj1" fmla="val -12608"/>
              <a:gd name="adj2" fmla="val 134186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824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테니스, 공이(가) 표시된 사진&#10;&#10;자동 생성된 설명">
            <a:extLst>
              <a:ext uri="{FF2B5EF4-FFF2-40B4-BE49-F238E27FC236}">
                <a16:creationId xmlns:a16="http://schemas.microsoft.com/office/drawing/2014/main" id="{227C624B-1F24-5389-2B80-CB10BE247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2" y="76761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A5255D4-382B-9F13-6F97-C2CC79FA6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394359"/>
            <a:ext cx="365714" cy="365714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</p:pic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F56758B0-52BD-F4DE-9044-C42881498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1140865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CAA4B5D-5BFD-06C9-F7BF-90D26F900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1" y="151411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9" name="그림 18" descr="텍스트, 시계, 손목시계, 게이지이(가) 표시된 사진&#10;&#10;자동 생성된 설명">
            <a:extLst>
              <a:ext uri="{FF2B5EF4-FFF2-40B4-BE49-F238E27FC236}">
                <a16:creationId xmlns:a16="http://schemas.microsoft.com/office/drawing/2014/main" id="{685D6ECC-1812-1B40-DA1D-6B4CA3A60B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0" y="188737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7A862DD-D00A-040E-0464-9C517E59D3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9" y="2270149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DF34E02-4877-E447-50F8-27C79D2281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302065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CE01867-5CA8-5509-7560-1229B16BDC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396543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7A2938E-712C-C518-CCCA-DD3D675098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6" y="39869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0C8C315-8180-9BD3-532A-69DA952BE6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29" y="39654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5E141C1-51A8-6177-B035-DEC6D82BFC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496" y="39654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41" name="그림 40" descr="케이스이(가) 표시된 사진&#10;&#10;자동 생성된 설명">
            <a:extLst>
              <a:ext uri="{FF2B5EF4-FFF2-40B4-BE49-F238E27FC236}">
                <a16:creationId xmlns:a16="http://schemas.microsoft.com/office/drawing/2014/main" id="{169104D5-64AB-46D9-1F75-18060F3B4D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264425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9B156802-85CE-1126-474A-4D606ABA0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5FF3D138-F085-CE29-6203-54122D6F00EF}"/>
              </a:ext>
            </a:extLst>
          </p:cNvPr>
          <p:cNvSpPr/>
          <p:nvPr/>
        </p:nvSpPr>
        <p:spPr>
          <a:xfrm>
            <a:off x="0" y="-1"/>
            <a:ext cx="12192000" cy="34088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0" name="그림 159">
            <a:extLst>
              <a:ext uri="{FF2B5EF4-FFF2-40B4-BE49-F238E27FC236}">
                <a16:creationId xmlns:a16="http://schemas.microsoft.com/office/drawing/2014/main" id="{171EF08F-A8D5-8EA2-07E9-FE9D69476A2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97"/>
            <a:ext cx="320000" cy="320000"/>
          </a:xfrm>
          <a:prstGeom prst="rect">
            <a:avLst/>
          </a:prstGeom>
          <a:ln>
            <a:noFill/>
          </a:ln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E2EA483A-63B9-7079-B554-C4A8C8F61BE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5518230"/>
            <a:ext cx="914286" cy="9142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0" name="그림 169" descr="텍스트이(가) 표시된 사진&#10;&#10;자동 생성된 설명">
            <a:extLst>
              <a:ext uri="{FF2B5EF4-FFF2-40B4-BE49-F238E27FC236}">
                <a16:creationId xmlns:a16="http://schemas.microsoft.com/office/drawing/2014/main" id="{82ECD67D-F630-DF0E-3ACA-5596A4EEAB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121" y="9571"/>
            <a:ext cx="320000" cy="320000"/>
          </a:xfrm>
          <a:prstGeom prst="rect">
            <a:avLst/>
          </a:prstGeom>
        </p:spPr>
      </p:pic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CBDD0FC9-92DD-3296-602D-9F4C25ADCBE1}"/>
              </a:ext>
            </a:extLst>
          </p:cNvPr>
          <p:cNvSpPr/>
          <p:nvPr/>
        </p:nvSpPr>
        <p:spPr>
          <a:xfrm>
            <a:off x="0" y="6476744"/>
            <a:ext cx="12192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FA89F4-66EC-60CD-8AD1-1179FAEA5AA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C0A52BC-7D6A-1B0A-6F78-9875C412FD1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EB9634E-93B2-6217-562E-77F2B61CBA4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63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08B4043-D34E-2094-7863-8D6B573449D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10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E3FC53B-0397-2043-A613-AB77B3BA894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5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5C9507-829A-12A3-1781-9AEFD53EBB3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6A20EA1-F3AC-6FBB-703D-59066EBC5A0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53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8" name="그림 27" descr="텍스트, 구급 상자, 클립아트이(가) 표시된 사진&#10;&#10;자동 생성된 설명">
            <a:extLst>
              <a:ext uri="{FF2B5EF4-FFF2-40B4-BE49-F238E27FC236}">
                <a16:creationId xmlns:a16="http://schemas.microsoft.com/office/drawing/2014/main" id="{B6089C73-62C7-FF36-4CC2-5B064ADD8F0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00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2" name="그림 31" descr="텍스트, 밤하늘이(가) 표시된 사진&#10;&#10;자동 생성된 설명">
            <a:extLst>
              <a:ext uri="{FF2B5EF4-FFF2-40B4-BE49-F238E27FC236}">
                <a16:creationId xmlns:a16="http://schemas.microsoft.com/office/drawing/2014/main" id="{15198669-5D07-2D56-0BD1-D21BAB7939D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4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9FD54A6B-1741-D311-F228-49447C63D39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68" name="직사각형 67">
            <a:extLst>
              <a:ext uri="{FF2B5EF4-FFF2-40B4-BE49-F238E27FC236}">
                <a16:creationId xmlns:a16="http://schemas.microsoft.com/office/drawing/2014/main" id="{8AB8BB30-F315-D343-738C-0487AABA413B}"/>
              </a:ext>
            </a:extLst>
          </p:cNvPr>
          <p:cNvSpPr/>
          <p:nvPr/>
        </p:nvSpPr>
        <p:spPr>
          <a:xfrm>
            <a:off x="74789" y="895655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FC04143-36AF-0724-B849-5832406D95C5}"/>
              </a:ext>
            </a:extLst>
          </p:cNvPr>
          <p:cNvSpPr txBox="1"/>
          <p:nvPr/>
        </p:nvSpPr>
        <p:spPr>
          <a:xfrm>
            <a:off x="320000" y="895407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18ED132-E5F4-5DDC-759C-E3B4A17BFD9A}"/>
              </a:ext>
            </a:extLst>
          </p:cNvPr>
          <p:cNvSpPr/>
          <p:nvPr/>
        </p:nvSpPr>
        <p:spPr>
          <a:xfrm>
            <a:off x="74789" y="1133780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276FE23-6EB7-6B12-6B22-14CE4AD482E3}"/>
              </a:ext>
            </a:extLst>
          </p:cNvPr>
          <p:cNvSpPr txBox="1"/>
          <p:nvPr/>
        </p:nvSpPr>
        <p:spPr>
          <a:xfrm>
            <a:off x="320000" y="1133532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ED97EE3-4B4D-FCDF-E190-9F2045386291}"/>
              </a:ext>
            </a:extLst>
          </p:cNvPr>
          <p:cNvSpPr/>
          <p:nvPr/>
        </p:nvSpPr>
        <p:spPr>
          <a:xfrm>
            <a:off x="74790" y="1369788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3DF20DE-9E72-5132-9270-526D3567FD5C}"/>
              </a:ext>
            </a:extLst>
          </p:cNvPr>
          <p:cNvSpPr txBox="1"/>
          <p:nvPr/>
        </p:nvSpPr>
        <p:spPr>
          <a:xfrm>
            <a:off x="320001" y="1369540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5A704EC0-0CB1-36A4-5661-3D08188ADB5A}"/>
              </a:ext>
            </a:extLst>
          </p:cNvPr>
          <p:cNvSpPr/>
          <p:nvPr/>
        </p:nvSpPr>
        <p:spPr>
          <a:xfrm>
            <a:off x="74790" y="1607913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3272E3-65DE-8672-E028-7F8B7E3B9E90}"/>
              </a:ext>
            </a:extLst>
          </p:cNvPr>
          <p:cNvSpPr txBox="1"/>
          <p:nvPr/>
        </p:nvSpPr>
        <p:spPr>
          <a:xfrm>
            <a:off x="320001" y="1607665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D93AFD6-366F-4CD8-E2ED-38CEC8FB5566}"/>
              </a:ext>
            </a:extLst>
          </p:cNvPr>
          <p:cNvSpPr/>
          <p:nvPr/>
        </p:nvSpPr>
        <p:spPr>
          <a:xfrm>
            <a:off x="74792" y="1843916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95229E8-C4B1-7770-EAEA-302B835F9D9A}"/>
              </a:ext>
            </a:extLst>
          </p:cNvPr>
          <p:cNvSpPr txBox="1"/>
          <p:nvPr/>
        </p:nvSpPr>
        <p:spPr>
          <a:xfrm>
            <a:off x="320003" y="1843668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A927295-9536-22DA-36B7-222EC719EDA6}"/>
              </a:ext>
            </a:extLst>
          </p:cNvPr>
          <p:cNvSpPr/>
          <p:nvPr/>
        </p:nvSpPr>
        <p:spPr>
          <a:xfrm>
            <a:off x="74792" y="2082041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356B02D-1928-9C1C-EDA5-9630D7A9439C}"/>
              </a:ext>
            </a:extLst>
          </p:cNvPr>
          <p:cNvSpPr txBox="1"/>
          <p:nvPr/>
        </p:nvSpPr>
        <p:spPr>
          <a:xfrm>
            <a:off x="320003" y="2081793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F17B9F01-D224-C8FA-DDAB-11B237BBB6A4}"/>
              </a:ext>
            </a:extLst>
          </p:cNvPr>
          <p:cNvSpPr/>
          <p:nvPr/>
        </p:nvSpPr>
        <p:spPr>
          <a:xfrm>
            <a:off x="74793" y="2318049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BFAA4A0-0BF5-E9A3-39C5-CCF1EC8D5DEB}"/>
              </a:ext>
            </a:extLst>
          </p:cNvPr>
          <p:cNvSpPr txBox="1"/>
          <p:nvPr/>
        </p:nvSpPr>
        <p:spPr>
          <a:xfrm>
            <a:off x="320004" y="2317801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B45CB67-C3E5-1C8B-3C26-EBA86952A0F2}"/>
              </a:ext>
            </a:extLst>
          </p:cNvPr>
          <p:cNvSpPr/>
          <p:nvPr/>
        </p:nvSpPr>
        <p:spPr>
          <a:xfrm>
            <a:off x="74793" y="2556174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31EBAA2-CB77-710F-0D25-DEA1F81E112B}"/>
              </a:ext>
            </a:extLst>
          </p:cNvPr>
          <p:cNvSpPr txBox="1"/>
          <p:nvPr/>
        </p:nvSpPr>
        <p:spPr>
          <a:xfrm>
            <a:off x="320004" y="2555926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EB75CDE-6300-5091-6C52-B3CB7C565006}"/>
              </a:ext>
            </a:extLst>
          </p:cNvPr>
          <p:cNvSpPr/>
          <p:nvPr/>
        </p:nvSpPr>
        <p:spPr>
          <a:xfrm>
            <a:off x="74792" y="2796416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23516B-02E0-5953-FE5B-D69189A9700D}"/>
              </a:ext>
            </a:extLst>
          </p:cNvPr>
          <p:cNvSpPr txBox="1"/>
          <p:nvPr/>
        </p:nvSpPr>
        <p:spPr>
          <a:xfrm>
            <a:off x="320003" y="2796168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61C73A30-F388-F50D-5460-ED6B62BA8835}"/>
              </a:ext>
            </a:extLst>
          </p:cNvPr>
          <p:cNvSpPr/>
          <p:nvPr/>
        </p:nvSpPr>
        <p:spPr>
          <a:xfrm>
            <a:off x="74793" y="3032424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B6BAFBE-DC6F-C70D-0441-1326DE84BC66}"/>
              </a:ext>
            </a:extLst>
          </p:cNvPr>
          <p:cNvSpPr txBox="1"/>
          <p:nvPr/>
        </p:nvSpPr>
        <p:spPr>
          <a:xfrm>
            <a:off x="320004" y="3032176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9DEED7A7-065B-9807-646B-E08418938FF5}"/>
              </a:ext>
            </a:extLst>
          </p:cNvPr>
          <p:cNvSpPr/>
          <p:nvPr/>
        </p:nvSpPr>
        <p:spPr>
          <a:xfrm>
            <a:off x="74793" y="3270549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A2A70D7-BD85-6CE8-4021-34DB84546250}"/>
              </a:ext>
            </a:extLst>
          </p:cNvPr>
          <p:cNvSpPr txBox="1"/>
          <p:nvPr/>
        </p:nvSpPr>
        <p:spPr>
          <a:xfrm>
            <a:off x="320004" y="3270301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89346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테니스, 공이(가) 표시된 사진&#10;&#10;자동 생성된 설명">
            <a:extLst>
              <a:ext uri="{FF2B5EF4-FFF2-40B4-BE49-F238E27FC236}">
                <a16:creationId xmlns:a16="http://schemas.microsoft.com/office/drawing/2014/main" id="{227C624B-1F24-5389-2B80-CB10BE247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2" y="76761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A5255D4-382B-9F13-6F97-C2CC79FA6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394359"/>
            <a:ext cx="365714" cy="365714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</p:pic>
      <p:pic>
        <p:nvPicPr>
          <p:cNvPr id="15" name="그림 14" descr="텍스트이(가) 표시된 사진&#10;&#10;자동 생성된 설명">
            <a:extLst>
              <a:ext uri="{FF2B5EF4-FFF2-40B4-BE49-F238E27FC236}">
                <a16:creationId xmlns:a16="http://schemas.microsoft.com/office/drawing/2014/main" id="{F56758B0-52BD-F4DE-9044-C42881498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3" y="1140865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CAA4B5D-5BFD-06C9-F7BF-90D26F900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1" y="151411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9" name="그림 18" descr="텍스트, 시계, 손목시계, 게이지이(가) 표시된 사진&#10;&#10;자동 생성된 설명">
            <a:extLst>
              <a:ext uri="{FF2B5EF4-FFF2-40B4-BE49-F238E27FC236}">
                <a16:creationId xmlns:a16="http://schemas.microsoft.com/office/drawing/2014/main" id="{685D6ECC-1812-1B40-DA1D-6B4CA3A60B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10" y="188737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7A862DD-D00A-040E-0464-9C517E59D3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9" y="2270149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DF34E02-4877-E447-50F8-27C79D2281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3020651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CE01867-5CA8-5509-7560-1229B16BDC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396543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C7A2938E-712C-C518-CCCA-DD3D6750981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76" y="398698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0C8C315-8180-9BD3-532A-69DA952BE6A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29" y="39654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5E141C1-51A8-6177-B035-DEC6D82BFC5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496" y="39654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41" name="그림 40" descr="케이스이(가) 표시된 사진&#10;&#10;자동 생성된 설명">
            <a:extLst>
              <a:ext uri="{FF2B5EF4-FFF2-40B4-BE49-F238E27FC236}">
                <a16:creationId xmlns:a16="http://schemas.microsoft.com/office/drawing/2014/main" id="{169104D5-64AB-46D9-1F75-18060F3B4DD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8407" y="2644252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9B156802-85CE-1126-474A-4D606ABA08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5FF3D138-F085-CE29-6203-54122D6F00EF}"/>
              </a:ext>
            </a:extLst>
          </p:cNvPr>
          <p:cNvSpPr/>
          <p:nvPr/>
        </p:nvSpPr>
        <p:spPr>
          <a:xfrm>
            <a:off x="0" y="-1"/>
            <a:ext cx="12192000" cy="34088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0" name="그림 159">
            <a:extLst>
              <a:ext uri="{FF2B5EF4-FFF2-40B4-BE49-F238E27FC236}">
                <a16:creationId xmlns:a16="http://schemas.microsoft.com/office/drawing/2014/main" id="{171EF08F-A8D5-8EA2-07E9-FE9D69476A2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97"/>
            <a:ext cx="320000" cy="320000"/>
          </a:xfrm>
          <a:prstGeom prst="rect">
            <a:avLst/>
          </a:prstGeom>
          <a:ln>
            <a:noFill/>
          </a:ln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E2EA483A-63B9-7079-B554-C4A8C8F61BE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34" y="5518230"/>
            <a:ext cx="914286" cy="9142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0" name="그림 169" descr="텍스트이(가) 표시된 사진&#10;&#10;자동 생성된 설명">
            <a:extLst>
              <a:ext uri="{FF2B5EF4-FFF2-40B4-BE49-F238E27FC236}">
                <a16:creationId xmlns:a16="http://schemas.microsoft.com/office/drawing/2014/main" id="{82ECD67D-F630-DF0E-3ACA-5596A4EEABF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121" y="9571"/>
            <a:ext cx="320000" cy="320000"/>
          </a:xfrm>
          <a:prstGeom prst="rect">
            <a:avLst/>
          </a:prstGeom>
        </p:spPr>
      </p:pic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CBDD0FC9-92DD-3296-602D-9F4C25ADCBE1}"/>
              </a:ext>
            </a:extLst>
          </p:cNvPr>
          <p:cNvSpPr/>
          <p:nvPr/>
        </p:nvSpPr>
        <p:spPr>
          <a:xfrm>
            <a:off x="0" y="6476744"/>
            <a:ext cx="12192000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FA89F4-66EC-60CD-8AD1-1179FAEA5AA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C0A52BC-7D6A-1B0A-6F78-9875C412FD1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1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EB9634E-93B2-6217-562E-77F2B61CBA4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63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08B4043-D34E-2094-7863-8D6B573449D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10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E3FC53B-0397-2043-A613-AB77B3BA894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25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A25C9507-829A-12A3-1781-9AEFD53EBB3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6A20EA1-F3AC-6FBB-703D-59066EBC5A0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553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28" name="그림 27" descr="텍스트, 구급 상자, 클립아트이(가) 표시된 사진&#10;&#10;자동 생성된 설명">
            <a:extLst>
              <a:ext uri="{FF2B5EF4-FFF2-40B4-BE49-F238E27FC236}">
                <a16:creationId xmlns:a16="http://schemas.microsoft.com/office/drawing/2014/main" id="{B6089C73-62C7-FF36-4CC2-5B064ADD8F0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00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2" name="그림 31" descr="텍스트, 밤하늘이(가) 표시된 사진&#10;&#10;자동 생성된 설명">
            <a:extLst>
              <a:ext uri="{FF2B5EF4-FFF2-40B4-BE49-F238E27FC236}">
                <a16:creationId xmlns:a16="http://schemas.microsoft.com/office/drawing/2014/main" id="{15198669-5D07-2D56-0BD1-D21BAB7939D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482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9FD54A6B-1741-D311-F228-49447C63D39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57" y="400107"/>
            <a:ext cx="365714" cy="365714"/>
          </a:xfrm>
          <a:prstGeom prst="rect">
            <a:avLst/>
          </a:prstGeom>
          <a:ln>
            <a:solidFill>
              <a:srgbClr val="000000"/>
            </a:solidFill>
          </a:ln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589EF9B6-083A-D15A-7AB9-A41CA5F5853A}"/>
              </a:ext>
            </a:extLst>
          </p:cNvPr>
          <p:cNvSpPr/>
          <p:nvPr/>
        </p:nvSpPr>
        <p:spPr>
          <a:xfrm>
            <a:off x="74789" y="895655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F870998-2A8A-81A3-53D2-0B01B427EA64}"/>
              </a:ext>
            </a:extLst>
          </p:cNvPr>
          <p:cNvSpPr txBox="1"/>
          <p:nvPr/>
        </p:nvSpPr>
        <p:spPr>
          <a:xfrm>
            <a:off x="320000" y="895407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344BA73-E7A4-9256-4F76-9EE72CC31D6E}"/>
              </a:ext>
            </a:extLst>
          </p:cNvPr>
          <p:cNvSpPr/>
          <p:nvPr/>
        </p:nvSpPr>
        <p:spPr>
          <a:xfrm>
            <a:off x="74789" y="1133780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E67445-51A0-7F0F-6B0C-733A86B2DA05}"/>
              </a:ext>
            </a:extLst>
          </p:cNvPr>
          <p:cNvSpPr txBox="1"/>
          <p:nvPr/>
        </p:nvSpPr>
        <p:spPr>
          <a:xfrm>
            <a:off x="320000" y="1133532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3EA9B63-93B4-013F-DFF3-32CF2F75A007}"/>
              </a:ext>
            </a:extLst>
          </p:cNvPr>
          <p:cNvSpPr/>
          <p:nvPr/>
        </p:nvSpPr>
        <p:spPr>
          <a:xfrm>
            <a:off x="74790" y="1369788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915346-F28F-EB73-F734-76F62CDAA113}"/>
              </a:ext>
            </a:extLst>
          </p:cNvPr>
          <p:cNvSpPr txBox="1"/>
          <p:nvPr/>
        </p:nvSpPr>
        <p:spPr>
          <a:xfrm>
            <a:off x="320001" y="1369540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028D7574-A1D7-6104-786A-48380CF6E73E}"/>
              </a:ext>
            </a:extLst>
          </p:cNvPr>
          <p:cNvSpPr/>
          <p:nvPr/>
        </p:nvSpPr>
        <p:spPr>
          <a:xfrm>
            <a:off x="74790" y="1607913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E8B3355-FEE8-F4B7-D2A5-B83636E1E878}"/>
              </a:ext>
            </a:extLst>
          </p:cNvPr>
          <p:cNvSpPr txBox="1"/>
          <p:nvPr/>
        </p:nvSpPr>
        <p:spPr>
          <a:xfrm>
            <a:off x="320001" y="1607665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E0403B20-2FAC-5DCF-826E-4E542F0D68EE}"/>
              </a:ext>
            </a:extLst>
          </p:cNvPr>
          <p:cNvSpPr/>
          <p:nvPr/>
        </p:nvSpPr>
        <p:spPr>
          <a:xfrm>
            <a:off x="74792" y="1843916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38A21ED-4C8F-0844-3C45-8A58085118AA}"/>
              </a:ext>
            </a:extLst>
          </p:cNvPr>
          <p:cNvSpPr txBox="1"/>
          <p:nvPr/>
        </p:nvSpPr>
        <p:spPr>
          <a:xfrm>
            <a:off x="320003" y="1843668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9B890AA-372E-F3A5-9E64-29D16919E903}"/>
              </a:ext>
            </a:extLst>
          </p:cNvPr>
          <p:cNvSpPr/>
          <p:nvPr/>
        </p:nvSpPr>
        <p:spPr>
          <a:xfrm>
            <a:off x="74792" y="2082041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0CC8608-A161-C028-0D22-011A49DD401B}"/>
              </a:ext>
            </a:extLst>
          </p:cNvPr>
          <p:cNvSpPr txBox="1"/>
          <p:nvPr/>
        </p:nvSpPr>
        <p:spPr>
          <a:xfrm>
            <a:off x="320003" y="2081793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9D1D9C8-4B39-0071-C2A0-5C37B53648BE}"/>
              </a:ext>
            </a:extLst>
          </p:cNvPr>
          <p:cNvSpPr/>
          <p:nvPr/>
        </p:nvSpPr>
        <p:spPr>
          <a:xfrm>
            <a:off x="74793" y="2318049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9D29AD2-95ED-5326-9C50-86273D68B517}"/>
              </a:ext>
            </a:extLst>
          </p:cNvPr>
          <p:cNvSpPr txBox="1"/>
          <p:nvPr/>
        </p:nvSpPr>
        <p:spPr>
          <a:xfrm>
            <a:off x="320004" y="2317801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6B9766E-12D4-E01E-F4AB-75ED455E03C2}"/>
              </a:ext>
            </a:extLst>
          </p:cNvPr>
          <p:cNvSpPr/>
          <p:nvPr/>
        </p:nvSpPr>
        <p:spPr>
          <a:xfrm>
            <a:off x="74793" y="2556174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C3E816F-EBF9-C2F9-5F05-2E48E0F2C843}"/>
              </a:ext>
            </a:extLst>
          </p:cNvPr>
          <p:cNvSpPr txBox="1"/>
          <p:nvPr/>
        </p:nvSpPr>
        <p:spPr>
          <a:xfrm>
            <a:off x="320004" y="2555926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76BA2C6-9946-8BF7-36CA-FCEC7245484D}"/>
              </a:ext>
            </a:extLst>
          </p:cNvPr>
          <p:cNvSpPr/>
          <p:nvPr/>
        </p:nvSpPr>
        <p:spPr>
          <a:xfrm>
            <a:off x="74792" y="2796416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FDC6E2B-F932-F590-767A-40BD87B91F55}"/>
              </a:ext>
            </a:extLst>
          </p:cNvPr>
          <p:cNvSpPr txBox="1"/>
          <p:nvPr/>
        </p:nvSpPr>
        <p:spPr>
          <a:xfrm>
            <a:off x="320003" y="2796168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5E6794DD-161F-7CA7-8743-570447E2F643}"/>
              </a:ext>
            </a:extLst>
          </p:cNvPr>
          <p:cNvSpPr/>
          <p:nvPr/>
        </p:nvSpPr>
        <p:spPr>
          <a:xfrm>
            <a:off x="74793" y="3032424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C956F6E-7B27-9AA1-2321-2527D5374B59}"/>
              </a:ext>
            </a:extLst>
          </p:cNvPr>
          <p:cNvSpPr txBox="1"/>
          <p:nvPr/>
        </p:nvSpPr>
        <p:spPr>
          <a:xfrm>
            <a:off x="320004" y="3032176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0D6995A-18F6-5170-271F-5773B82A659D}"/>
              </a:ext>
            </a:extLst>
          </p:cNvPr>
          <p:cNvSpPr/>
          <p:nvPr/>
        </p:nvSpPr>
        <p:spPr>
          <a:xfrm>
            <a:off x="74793" y="3270549"/>
            <a:ext cx="222896" cy="214721"/>
          </a:xfrm>
          <a:prstGeom prst="rect">
            <a:avLst/>
          </a:prstGeom>
          <a:noFill/>
          <a:ln w="9525"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AD6428B-C7C6-8482-0D2B-094894067A6D}"/>
              </a:ext>
            </a:extLst>
          </p:cNvPr>
          <p:cNvSpPr txBox="1"/>
          <p:nvPr/>
        </p:nvSpPr>
        <p:spPr>
          <a:xfrm>
            <a:off x="320004" y="3270301"/>
            <a:ext cx="1406516" cy="215444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Coordinate</a:t>
            </a:r>
            <a:endParaRPr lang="ko-KR" altLang="en-US" sz="8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95034F-8A1B-CAE3-06DB-84DFEEA6AE4F}"/>
              </a:ext>
            </a:extLst>
          </p:cNvPr>
          <p:cNvSpPr txBox="1"/>
          <p:nvPr/>
        </p:nvSpPr>
        <p:spPr>
          <a:xfrm>
            <a:off x="1902019" y="908695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9ED000E-EF7E-5C08-C2A4-C78F4D3BCB2C}"/>
              </a:ext>
            </a:extLst>
          </p:cNvPr>
          <p:cNvSpPr txBox="1"/>
          <p:nvPr/>
        </p:nvSpPr>
        <p:spPr>
          <a:xfrm>
            <a:off x="3103497" y="905344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D46BB86-3307-B1E6-E02F-058F1C555281}"/>
              </a:ext>
            </a:extLst>
          </p:cNvPr>
          <p:cNvSpPr txBox="1"/>
          <p:nvPr/>
        </p:nvSpPr>
        <p:spPr>
          <a:xfrm>
            <a:off x="1902020" y="1092363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3586AB1-CE22-7729-98E3-D23B758C8B78}"/>
              </a:ext>
            </a:extLst>
          </p:cNvPr>
          <p:cNvSpPr txBox="1"/>
          <p:nvPr/>
        </p:nvSpPr>
        <p:spPr>
          <a:xfrm>
            <a:off x="3103498" y="1089012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0F60F8-931B-94D3-90DD-BCD6DAD756CA}"/>
              </a:ext>
            </a:extLst>
          </p:cNvPr>
          <p:cNvSpPr txBox="1"/>
          <p:nvPr/>
        </p:nvSpPr>
        <p:spPr>
          <a:xfrm>
            <a:off x="1902016" y="1276027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B611FB3-3F78-BD12-BF87-D2023950102B}"/>
              </a:ext>
            </a:extLst>
          </p:cNvPr>
          <p:cNvSpPr txBox="1"/>
          <p:nvPr/>
        </p:nvSpPr>
        <p:spPr>
          <a:xfrm>
            <a:off x="3103494" y="1272676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48DBF86-2CCA-BB26-E275-49CC089DF494}"/>
              </a:ext>
            </a:extLst>
          </p:cNvPr>
          <p:cNvSpPr txBox="1"/>
          <p:nvPr/>
        </p:nvSpPr>
        <p:spPr>
          <a:xfrm>
            <a:off x="1902025" y="1459684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C531B79-00B9-AA98-6A2A-A717BF771E93}"/>
              </a:ext>
            </a:extLst>
          </p:cNvPr>
          <p:cNvSpPr txBox="1"/>
          <p:nvPr/>
        </p:nvSpPr>
        <p:spPr>
          <a:xfrm>
            <a:off x="3103503" y="1456333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FE28CA2-40B4-6986-06C2-04C52453894C}"/>
              </a:ext>
            </a:extLst>
          </p:cNvPr>
          <p:cNvSpPr txBox="1"/>
          <p:nvPr/>
        </p:nvSpPr>
        <p:spPr>
          <a:xfrm>
            <a:off x="1902021" y="1643348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5DC6164-D8EF-DF50-C86E-9F254A5BABB9}"/>
              </a:ext>
            </a:extLst>
          </p:cNvPr>
          <p:cNvSpPr txBox="1"/>
          <p:nvPr/>
        </p:nvSpPr>
        <p:spPr>
          <a:xfrm>
            <a:off x="3103499" y="1639997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5046E2F-9CE5-E99C-B67B-5560BDCCA036}"/>
              </a:ext>
            </a:extLst>
          </p:cNvPr>
          <p:cNvSpPr txBox="1"/>
          <p:nvPr/>
        </p:nvSpPr>
        <p:spPr>
          <a:xfrm>
            <a:off x="1902022" y="1827016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1BC33CD-3DBA-EB94-688E-84795CB0816F}"/>
              </a:ext>
            </a:extLst>
          </p:cNvPr>
          <p:cNvSpPr txBox="1"/>
          <p:nvPr/>
        </p:nvSpPr>
        <p:spPr>
          <a:xfrm>
            <a:off x="3103500" y="1823665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BA7B253-E401-D352-3959-9687D577063A}"/>
              </a:ext>
            </a:extLst>
          </p:cNvPr>
          <p:cNvSpPr txBox="1"/>
          <p:nvPr/>
        </p:nvSpPr>
        <p:spPr>
          <a:xfrm>
            <a:off x="1902018" y="2010680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526E51F-B303-8973-6788-12F845DB40CB}"/>
              </a:ext>
            </a:extLst>
          </p:cNvPr>
          <p:cNvSpPr txBox="1"/>
          <p:nvPr/>
        </p:nvSpPr>
        <p:spPr>
          <a:xfrm>
            <a:off x="3103496" y="2007329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00EC1E8-EA6A-274E-12A5-9737789E439B}"/>
              </a:ext>
            </a:extLst>
          </p:cNvPr>
          <p:cNvSpPr txBox="1"/>
          <p:nvPr/>
        </p:nvSpPr>
        <p:spPr>
          <a:xfrm>
            <a:off x="1902024" y="2194328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7E447F0-730A-45B7-C4FC-564BC7B5D722}"/>
              </a:ext>
            </a:extLst>
          </p:cNvPr>
          <p:cNvSpPr txBox="1"/>
          <p:nvPr/>
        </p:nvSpPr>
        <p:spPr>
          <a:xfrm>
            <a:off x="3103502" y="2190977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2A00306-BAE8-48FB-73A3-6DE1FCFA25E6}"/>
              </a:ext>
            </a:extLst>
          </p:cNvPr>
          <p:cNvSpPr txBox="1"/>
          <p:nvPr/>
        </p:nvSpPr>
        <p:spPr>
          <a:xfrm>
            <a:off x="1902020" y="2377992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73C1D88-38EE-D7AC-24C6-9C44BA63FC71}"/>
              </a:ext>
            </a:extLst>
          </p:cNvPr>
          <p:cNvSpPr txBox="1"/>
          <p:nvPr/>
        </p:nvSpPr>
        <p:spPr>
          <a:xfrm>
            <a:off x="3103498" y="2374641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037ED62-C2CB-E4A8-FFA3-F5A9C7AE3DD0}"/>
              </a:ext>
            </a:extLst>
          </p:cNvPr>
          <p:cNvSpPr txBox="1"/>
          <p:nvPr/>
        </p:nvSpPr>
        <p:spPr>
          <a:xfrm>
            <a:off x="1902021" y="2561660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4E4D48B-ED06-FDFA-7B4B-82E43A574D1E}"/>
              </a:ext>
            </a:extLst>
          </p:cNvPr>
          <p:cNvSpPr txBox="1"/>
          <p:nvPr/>
        </p:nvSpPr>
        <p:spPr>
          <a:xfrm>
            <a:off x="3103499" y="2558309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E0A6AA8-AAB2-EEC3-0632-BEDDF2071BFD}"/>
              </a:ext>
            </a:extLst>
          </p:cNvPr>
          <p:cNvSpPr txBox="1"/>
          <p:nvPr/>
        </p:nvSpPr>
        <p:spPr>
          <a:xfrm>
            <a:off x="1902017" y="2745324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6980BA3-F1EF-9721-AE06-E56945AA307C}"/>
              </a:ext>
            </a:extLst>
          </p:cNvPr>
          <p:cNvSpPr txBox="1"/>
          <p:nvPr/>
        </p:nvSpPr>
        <p:spPr>
          <a:xfrm>
            <a:off x="3103495" y="2741973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58CDE36-43B1-4B11-C06D-0D4FCD7ECC1F}"/>
              </a:ext>
            </a:extLst>
          </p:cNvPr>
          <p:cNvSpPr txBox="1"/>
          <p:nvPr/>
        </p:nvSpPr>
        <p:spPr>
          <a:xfrm>
            <a:off x="1902026" y="2928981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145C36A-3BAA-ED35-AAE3-CC641EB3249D}"/>
              </a:ext>
            </a:extLst>
          </p:cNvPr>
          <p:cNvSpPr txBox="1"/>
          <p:nvPr/>
        </p:nvSpPr>
        <p:spPr>
          <a:xfrm>
            <a:off x="3103504" y="2925630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C87DFA6-D235-767E-136A-4BBE8A5E422C}"/>
              </a:ext>
            </a:extLst>
          </p:cNvPr>
          <p:cNvSpPr txBox="1"/>
          <p:nvPr/>
        </p:nvSpPr>
        <p:spPr>
          <a:xfrm>
            <a:off x="1902022" y="3112645"/>
            <a:ext cx="1102564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55E2DCD-BDCC-F7C7-2D69-6D2EBEA6C266}"/>
              </a:ext>
            </a:extLst>
          </p:cNvPr>
          <p:cNvSpPr txBox="1"/>
          <p:nvPr/>
        </p:nvSpPr>
        <p:spPr>
          <a:xfrm>
            <a:off x="3103500" y="3109294"/>
            <a:ext cx="718848" cy="169277"/>
          </a:xfrm>
          <a:prstGeom prst="rect">
            <a:avLst/>
          </a:prstGeom>
          <a:noFill/>
          <a:ln w="9525">
            <a:solidFill>
              <a:schemeClr val="accent3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2557459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0AAEE3-B3B3-EA23-A7B5-877DC22A0807}"/>
              </a:ext>
            </a:extLst>
          </p:cNvPr>
          <p:cNvSpPr/>
          <p:nvPr/>
        </p:nvSpPr>
        <p:spPr>
          <a:xfrm>
            <a:off x="682051" y="673441"/>
            <a:ext cx="2488369" cy="17249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C7837E-D83C-E037-498F-614C131C6759}"/>
              </a:ext>
            </a:extLst>
          </p:cNvPr>
          <p:cNvSpPr txBox="1"/>
          <p:nvPr/>
        </p:nvSpPr>
        <p:spPr>
          <a:xfrm>
            <a:off x="1502082" y="1412822"/>
            <a:ext cx="8483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layer0: Grid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3D5EC13-B790-81A6-4006-18B94682AAC5}"/>
              </a:ext>
            </a:extLst>
          </p:cNvPr>
          <p:cNvSpPr/>
          <p:nvPr/>
        </p:nvSpPr>
        <p:spPr>
          <a:xfrm>
            <a:off x="3340305" y="673441"/>
            <a:ext cx="2488369" cy="17249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C02A9C-B7B7-0E56-BAE9-69A3D1FCD60F}"/>
              </a:ext>
            </a:extLst>
          </p:cNvPr>
          <p:cNvSpPr txBox="1"/>
          <p:nvPr/>
        </p:nvSpPr>
        <p:spPr>
          <a:xfrm>
            <a:off x="4287773" y="1412822"/>
            <a:ext cx="5934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Canvas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C3C936-53F8-51F9-758F-8B1DDF721D49}"/>
              </a:ext>
            </a:extLst>
          </p:cNvPr>
          <p:cNvSpPr/>
          <p:nvPr/>
        </p:nvSpPr>
        <p:spPr>
          <a:xfrm>
            <a:off x="3340307" y="2561092"/>
            <a:ext cx="2488369" cy="172498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E9B1C7-6F2A-367D-6CF6-A696FB296FB4}"/>
              </a:ext>
            </a:extLst>
          </p:cNvPr>
          <p:cNvSpPr txBox="1"/>
          <p:nvPr/>
        </p:nvSpPr>
        <p:spPr>
          <a:xfrm>
            <a:off x="3340306" y="4040037"/>
            <a:ext cx="2488369" cy="246221"/>
          </a:xfrm>
          <a:prstGeom prst="rect">
            <a:avLst/>
          </a:prstGeom>
          <a:solidFill>
            <a:schemeClr val="accent4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Status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A27528-EAFE-6D2C-8EF8-19443A25E606}"/>
              </a:ext>
            </a:extLst>
          </p:cNvPr>
          <p:cNvSpPr txBox="1"/>
          <p:nvPr/>
        </p:nvSpPr>
        <p:spPr>
          <a:xfrm>
            <a:off x="3340306" y="3793996"/>
            <a:ext cx="2488369" cy="246221"/>
          </a:xfrm>
          <a:prstGeom prst="rect">
            <a:avLst/>
          </a:prstGeom>
          <a:solidFill>
            <a:schemeClr val="accent4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Bottom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FCC91-AC22-9B23-D7F9-90F5450F6F03}"/>
              </a:ext>
            </a:extLst>
          </p:cNvPr>
          <p:cNvSpPr txBox="1"/>
          <p:nvPr/>
        </p:nvSpPr>
        <p:spPr>
          <a:xfrm>
            <a:off x="3340305" y="2561451"/>
            <a:ext cx="2488369" cy="246221"/>
          </a:xfrm>
          <a:prstGeom prst="rect">
            <a:avLst/>
          </a:prstGeom>
          <a:solidFill>
            <a:schemeClr val="accent4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Top</a:t>
            </a:r>
            <a:endParaRPr lang="ko-KR" altLang="en-US" sz="10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A485AA-F4FC-DD0B-E845-7E38533886C7}"/>
              </a:ext>
            </a:extLst>
          </p:cNvPr>
          <p:cNvSpPr/>
          <p:nvPr/>
        </p:nvSpPr>
        <p:spPr>
          <a:xfrm>
            <a:off x="5976076" y="2816515"/>
            <a:ext cx="2488369" cy="9679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34FAE5C-8287-2518-BDD1-6F497CD125F3}"/>
              </a:ext>
            </a:extLst>
          </p:cNvPr>
          <p:cNvSpPr/>
          <p:nvPr/>
        </p:nvSpPr>
        <p:spPr>
          <a:xfrm>
            <a:off x="5976076" y="4040037"/>
            <a:ext cx="2488369" cy="9679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E8BEDE-4B0C-E15C-1258-BDD31B9A12FB}"/>
              </a:ext>
            </a:extLst>
          </p:cNvPr>
          <p:cNvSpPr txBox="1"/>
          <p:nvPr/>
        </p:nvSpPr>
        <p:spPr>
          <a:xfrm>
            <a:off x="4160337" y="3168518"/>
            <a:ext cx="8483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layer2: Grid</a:t>
            </a:r>
            <a:endParaRPr lang="ko-KR" alt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6C9046-EAD5-DB56-D226-18C44DCA815C}"/>
              </a:ext>
            </a:extLst>
          </p:cNvPr>
          <p:cNvSpPr txBox="1"/>
          <p:nvPr/>
        </p:nvSpPr>
        <p:spPr>
          <a:xfrm>
            <a:off x="6465085" y="2560908"/>
            <a:ext cx="15103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/>
              <a:t>TopBottomLayer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VBox</a:t>
            </a:r>
            <a:endParaRPr lang="ko-KR" alt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25A07F-B80B-7272-35E7-BA09A02786BA}"/>
              </a:ext>
            </a:extLst>
          </p:cNvPr>
          <p:cNvSpPr txBox="1"/>
          <p:nvPr/>
        </p:nvSpPr>
        <p:spPr>
          <a:xfrm>
            <a:off x="8125891" y="4040037"/>
            <a:ext cx="338554" cy="967915"/>
          </a:xfrm>
          <a:prstGeom prst="rect">
            <a:avLst/>
          </a:prstGeom>
          <a:solidFill>
            <a:schemeClr val="accent4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sz="1000" dirty="0"/>
              <a:t>Right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BBFF9A-03A8-0B45-A9C1-538BA59261BF}"/>
              </a:ext>
            </a:extLst>
          </p:cNvPr>
          <p:cNvSpPr txBox="1"/>
          <p:nvPr/>
        </p:nvSpPr>
        <p:spPr>
          <a:xfrm>
            <a:off x="5976076" y="4040034"/>
            <a:ext cx="338554" cy="967915"/>
          </a:xfrm>
          <a:prstGeom prst="rect">
            <a:avLst/>
          </a:prstGeom>
          <a:solidFill>
            <a:schemeClr val="accent4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sz="1000" dirty="0"/>
              <a:t>Left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6278C0-EFDC-18A2-DA57-1CA689E06490}"/>
              </a:ext>
            </a:extLst>
          </p:cNvPr>
          <p:cNvSpPr txBox="1"/>
          <p:nvPr/>
        </p:nvSpPr>
        <p:spPr>
          <a:xfrm>
            <a:off x="6525999" y="3784430"/>
            <a:ext cx="13885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 err="1"/>
              <a:t>LeftRightLayer</a:t>
            </a:r>
            <a:r>
              <a:rPr lang="en-US" altLang="ko-KR" sz="1000" dirty="0"/>
              <a:t>: </a:t>
            </a:r>
            <a:r>
              <a:rPr lang="en-US" altLang="ko-KR" sz="1000" dirty="0" err="1"/>
              <a:t>HBox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0BCAD5-7841-73EB-F2B9-4F3F976505E2}"/>
              </a:ext>
            </a:extLst>
          </p:cNvPr>
          <p:cNvSpPr txBox="1"/>
          <p:nvPr/>
        </p:nvSpPr>
        <p:spPr>
          <a:xfrm>
            <a:off x="2452722" y="3177723"/>
            <a:ext cx="8980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layer1: </a:t>
            </a:r>
            <a:r>
              <a:rPr lang="en-US" altLang="ko-KR" sz="1000" dirty="0" err="1"/>
              <a:t>VBox</a:t>
            </a:r>
            <a:endParaRPr lang="ko-KR" altLang="en-US" sz="1000" dirty="0"/>
          </a:p>
        </p:txBody>
      </p:sp>
      <p:sp>
        <p:nvSpPr>
          <p:cNvPr id="31" name="화살표: 위쪽/아래쪽 30">
            <a:extLst>
              <a:ext uri="{FF2B5EF4-FFF2-40B4-BE49-F238E27FC236}">
                <a16:creationId xmlns:a16="http://schemas.microsoft.com/office/drawing/2014/main" id="{5FE6CE19-67DD-3735-B789-E1D230FB00DD}"/>
              </a:ext>
            </a:extLst>
          </p:cNvPr>
          <p:cNvSpPr/>
          <p:nvPr/>
        </p:nvSpPr>
        <p:spPr>
          <a:xfrm>
            <a:off x="7119394" y="3047356"/>
            <a:ext cx="201732" cy="50623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위쪽/아래쪽 31">
            <a:extLst>
              <a:ext uri="{FF2B5EF4-FFF2-40B4-BE49-F238E27FC236}">
                <a16:creationId xmlns:a16="http://schemas.microsoft.com/office/drawing/2014/main" id="{43A27028-9139-E673-0CD6-6C052F5CAA14}"/>
              </a:ext>
            </a:extLst>
          </p:cNvPr>
          <p:cNvSpPr/>
          <p:nvPr/>
        </p:nvSpPr>
        <p:spPr>
          <a:xfrm rot="16200000">
            <a:off x="7119395" y="4268387"/>
            <a:ext cx="201732" cy="506233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37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DC7F71-63E7-E896-7471-E72698726C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D9583F-9D28-8724-8CC6-0B7E2E3D34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147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490</Words>
  <Application>Microsoft Office PowerPoint</Application>
  <PresentationFormat>와이드스크린</PresentationFormat>
  <Paragraphs>250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변 재웅</dc:creator>
  <cp:lastModifiedBy>박성민</cp:lastModifiedBy>
  <cp:revision>25</cp:revision>
  <cp:lastPrinted>2022-06-13T09:30:06Z</cp:lastPrinted>
  <dcterms:created xsi:type="dcterms:W3CDTF">2022-06-13T05:14:52Z</dcterms:created>
  <dcterms:modified xsi:type="dcterms:W3CDTF">2022-07-20T07:08:33Z</dcterms:modified>
</cp:coreProperties>
</file>